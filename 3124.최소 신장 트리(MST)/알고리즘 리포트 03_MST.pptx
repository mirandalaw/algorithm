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6" r:id="rId2"/>
    <p:sldId id="438" r:id="rId3"/>
    <p:sldId id="436" r:id="rId4"/>
    <p:sldId id="437" r:id="rId5"/>
    <p:sldId id="435" r:id="rId6"/>
  </p:sldIdLst>
  <p:sldSz cx="9144000" cy="6858000" type="screen4x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박정현" initials="박" lastIdx="1" clrIdx="0">
    <p:extLst>
      <p:ext uri="{19B8F6BF-5375-455C-9EA6-DF929625EA0E}">
        <p15:presenceInfo xmlns:p15="http://schemas.microsoft.com/office/powerpoint/2012/main" userId="S::shrup5@office365.kunsan.ac.kr::88b2cce3-2c35-4b6a-9b3c-3a82f34db33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3" autoAdjust="0"/>
    <p:restoredTop sz="94660"/>
  </p:normalViewPr>
  <p:slideViewPr>
    <p:cSldViewPr snapToGrid="0">
      <p:cViewPr varScale="1">
        <p:scale>
          <a:sx n="72" d="100"/>
          <a:sy n="72" d="100"/>
        </p:scale>
        <p:origin x="84" y="15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30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703EE4D-77FA-490E-8263-03CA30157F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9DC9390-2225-422E-A069-991B58C529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64A079-56CB-4907-BFB4-C5E69A91F46A}" type="datetimeFigureOut">
              <a:rPr lang="ko-KR" altLang="en-US" smtClean="0"/>
              <a:t>2020-11-25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4C01F9D-BD24-4C8A-8BEB-68E166DAC5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CEED29F-0E17-40C2-927B-3E0B5CEFECC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EACA87-06D6-4B6A-99F8-D02452FAE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544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639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836" y="1"/>
            <a:ext cx="3078639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73A2E7-0719-47CE-885E-0793527D1170}" type="datetimeFigureOut">
              <a:rPr lang="ko-KR" altLang="en-US" smtClean="0"/>
              <a:t>2020-11-25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090" y="4926014"/>
            <a:ext cx="5683886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1851"/>
            <a:ext cx="3078639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836" y="9721851"/>
            <a:ext cx="3078639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AE1C1-C81E-4772-892D-8808EAAD8F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955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0B949-82F9-4B5B-8B9F-48758225011C}" type="datetime1">
              <a:rPr lang="ko-KR" altLang="en-US" smtClean="0"/>
              <a:t>2020-11-25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972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779C7-5C98-45E0-A5C0-D626E55C6101}" type="datetime1">
              <a:rPr lang="ko-KR" altLang="en-US" smtClean="0"/>
              <a:t>2020-11-25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007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DCD96-7AAE-4F71-86A7-6A48E6EF1A23}" type="datetime1">
              <a:rPr lang="ko-KR" altLang="en-US" smtClean="0"/>
              <a:t>2020-11-25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4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23E4-AAC0-47F5-AC7A-379CFD4AFA9C}" type="datetime1">
              <a:rPr lang="ko-KR" altLang="en-US" smtClean="0"/>
              <a:t>2020-11-25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893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3DEAA-6576-4E34-A01B-81CAD4363AAF}" type="datetime1">
              <a:rPr lang="ko-KR" altLang="en-US" smtClean="0"/>
              <a:t>2020-11-25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684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BAC8A-A756-476B-9084-3BDBD4E7C08D}" type="datetime1">
              <a:rPr lang="ko-KR" altLang="en-US" smtClean="0"/>
              <a:t>2020-11-25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8521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 bwMode="ltGray">
          <a:xfrm>
            <a:off x="269304" y="201907"/>
            <a:ext cx="6633302" cy="703701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txBody>
          <a:bodyPr vert="horz" wrap="square" lIns="143428" tIns="89642" rIns="143428" bIns="89642" rtlCol="0" anchor="ctr" anchorCtr="0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0" kern="1200" cap="none" spc="-100" baseline="0">
                <a:ln w="3175">
                  <a:noFill/>
                </a:ln>
                <a:gradFill>
                  <a:gsLst>
                    <a:gs pos="5833">
                      <a:srgbClr val="FFFFFF"/>
                    </a:gs>
                    <a:gs pos="18000">
                      <a:srgbClr val="FFFFFF"/>
                    </a:gs>
                  </a:gsLst>
                  <a:lin ang="5400000" scaled="0"/>
                </a:gradFill>
                <a:effectLst/>
                <a:latin typeface="Segoe UI Light" pitchFamily="34" charset="0"/>
                <a:ea typeface="+mn-ea"/>
                <a:cs typeface="Arial" charset="0"/>
              </a:defRPr>
            </a:lvl1pPr>
          </a:lstStyle>
          <a:p>
            <a:r>
              <a:rPr lang="en-US" sz="28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6" name="내용 개체 틀 2"/>
          <p:cNvSpPr txBox="1">
            <a:spLocks/>
          </p:cNvSpPr>
          <p:nvPr userDrawn="1"/>
        </p:nvSpPr>
        <p:spPr>
          <a:xfrm>
            <a:off x="623383" y="1105118"/>
            <a:ext cx="7886700" cy="47067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69303" y="1105117"/>
            <a:ext cx="8504583" cy="5023539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69875" y="201613"/>
            <a:ext cx="6632575" cy="70326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661002" y="6328165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7794632-D888-4270-8AF5-7FF0A682F488}" type="slidenum">
              <a:rPr lang="ko-KR" altLang="en-US" sz="1200" smtClean="0"/>
              <a:t>‹#›</a:t>
            </a:fld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559602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0EB93-FE87-425A-AA38-3A3985E44E3E}" type="datetime1">
              <a:rPr lang="ko-KR" altLang="en-US" smtClean="0"/>
              <a:t>2020-11-25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800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B2164-2BE2-4788-AE34-B14CAAAD4111}" type="datetime1">
              <a:rPr lang="ko-KR" altLang="en-US" smtClean="0"/>
              <a:t>2020-11-25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098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564D-7F46-485E-AD9B-94C376F0B69D}" type="datetime1">
              <a:rPr lang="ko-KR" altLang="en-US" smtClean="0"/>
              <a:t>2020-11-25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007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8CE84-8071-4D3D-B822-4967DC03C67C}" type="datetime1">
              <a:rPr lang="ko-KR" altLang="en-US" smtClean="0"/>
              <a:t>2020-11-25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215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4B3770-5CB0-460A-AAF1-F9BF1C2D206E}" type="datetime1">
              <a:rPr lang="ko-KR" altLang="en-US" smtClean="0"/>
              <a:t>2020-11-25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88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ltGray">
          <a:xfrm>
            <a:off x="1410724" y="1640783"/>
            <a:ext cx="6633302" cy="1482561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txBody>
          <a:bodyPr vert="horz" wrap="square" lIns="143428" tIns="89642" rIns="143428" bIns="89642" rtlCol="0" anchor="ctr" anchorCtr="0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0" kern="1200" cap="none" spc="-100" baseline="0">
                <a:ln w="3175">
                  <a:noFill/>
                </a:ln>
                <a:gradFill>
                  <a:gsLst>
                    <a:gs pos="5833">
                      <a:srgbClr val="FFFFFF"/>
                    </a:gs>
                    <a:gs pos="18000">
                      <a:srgbClr val="FFFFFF"/>
                    </a:gs>
                  </a:gsLst>
                  <a:lin ang="5400000" scaled="0"/>
                </a:gradFill>
                <a:effectLst/>
                <a:latin typeface="Segoe UI Light" pitchFamily="34" charset="0"/>
                <a:ea typeface="+mn-ea"/>
                <a:cs typeface="Arial" charset="0"/>
              </a:defRPr>
            </a:lvl1pPr>
          </a:lstStyle>
          <a:p>
            <a:endParaRPr lang="en-US" sz="2500" b="1" dirty="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89555" y="1932234"/>
            <a:ext cx="4419480" cy="108619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ko-KR" altLang="en-US" sz="3529" b="1" dirty="0">
                <a:solidFill>
                  <a:schemeClr val="bg1"/>
                </a:solidFill>
                <a:latin typeface="+mn-ea"/>
              </a:rPr>
              <a:t>알고리즘 리포트 </a:t>
            </a:r>
            <a:r>
              <a:rPr lang="en-US" altLang="ko-KR" sz="3529" b="1" dirty="0">
                <a:solidFill>
                  <a:schemeClr val="bg1"/>
                </a:solidFill>
                <a:latin typeface="+mn-ea"/>
              </a:rPr>
              <a:t>no.3</a:t>
            </a:r>
          </a:p>
          <a:p>
            <a:pPr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en-US" sz="3529" b="1" dirty="0">
                <a:solidFill>
                  <a:schemeClr val="bg1"/>
                </a:solidFill>
                <a:latin typeface="+mn-ea"/>
              </a:rPr>
              <a:t>2020</a:t>
            </a:r>
            <a:r>
              <a:rPr lang="ko-KR" altLang="en-US" sz="3529" b="1" dirty="0">
                <a:solidFill>
                  <a:schemeClr val="bg1"/>
                </a:solidFill>
                <a:latin typeface="+mn-ea"/>
              </a:rPr>
              <a:t>년도 </a:t>
            </a:r>
            <a:r>
              <a:rPr lang="en-US" altLang="ko-KR" sz="3529" b="1" dirty="0">
                <a:solidFill>
                  <a:schemeClr val="bg1"/>
                </a:solidFill>
                <a:latin typeface="+mn-ea"/>
              </a:rPr>
              <a:t>2</a:t>
            </a:r>
            <a:r>
              <a:rPr lang="ko-KR" altLang="en-US" sz="3529" b="1" dirty="0">
                <a:solidFill>
                  <a:schemeClr val="bg1"/>
                </a:solidFill>
                <a:latin typeface="+mn-ea"/>
              </a:rPr>
              <a:t>학기</a:t>
            </a:r>
            <a:endParaRPr lang="en-US" sz="352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Rectangle 3"/>
          <p:cNvSpPr/>
          <p:nvPr/>
        </p:nvSpPr>
        <p:spPr>
          <a:xfrm>
            <a:off x="1113805" y="3353350"/>
            <a:ext cx="7370976" cy="1906741"/>
          </a:xfrm>
          <a:prstGeom prst="rect">
            <a:avLst/>
          </a:prstGeom>
          <a:noFill/>
          <a:ln w="28575">
            <a:noFill/>
          </a:ln>
        </p:spPr>
        <p:txBody>
          <a:bodyPr wrap="square" lIns="0" tIns="89642" rIns="0" bIns="89642" rtlCol="0" anchor="ctr">
            <a:noAutofit/>
          </a:bodyPr>
          <a:lstStyle/>
          <a:p>
            <a:pPr marL="56024" lvl="1"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ko-KR" altLang="en-US" sz="1961" b="1" dirty="0">
                <a:latin typeface="+mn-ea"/>
              </a:rPr>
              <a:t>이름 </a:t>
            </a:r>
            <a:r>
              <a:rPr lang="en-US" altLang="ko-KR" sz="1961" b="1" dirty="0">
                <a:latin typeface="+mn-ea"/>
              </a:rPr>
              <a:t>: </a:t>
            </a:r>
            <a:r>
              <a:rPr lang="ko-KR" altLang="en-US" sz="1961" b="1" dirty="0">
                <a:latin typeface="+mn-ea"/>
              </a:rPr>
              <a:t>박정현</a:t>
            </a:r>
            <a:endParaRPr lang="en-US" altLang="ko-KR" sz="1961" b="1" dirty="0">
              <a:latin typeface="+mn-ea"/>
            </a:endParaRPr>
          </a:p>
          <a:p>
            <a:pPr marL="56024" lvl="1"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ko-KR" altLang="en-US" sz="1961" b="1" dirty="0">
                <a:latin typeface="+mn-ea"/>
              </a:rPr>
              <a:t>학번 </a:t>
            </a:r>
            <a:r>
              <a:rPr lang="en-US" altLang="ko-KR" sz="1961" b="1" dirty="0">
                <a:latin typeface="+mn-ea"/>
              </a:rPr>
              <a:t>: 1601504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3954776D-E7CA-4E1E-A433-6729C7B97ACE}"/>
              </a:ext>
            </a:extLst>
          </p:cNvPr>
          <p:cNvSpPr txBox="1"/>
          <p:nvPr/>
        </p:nvSpPr>
        <p:spPr>
          <a:xfrm>
            <a:off x="2276371" y="5363030"/>
            <a:ext cx="40687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제출방법 </a:t>
            </a:r>
            <a:r>
              <a:rPr lang="en-US" altLang="ko-KR" dirty="0"/>
              <a:t>: </a:t>
            </a:r>
            <a:r>
              <a:rPr lang="en-US" altLang="ko-KR" dirty="0" err="1"/>
              <a:t>eclass</a:t>
            </a:r>
            <a:r>
              <a:rPr lang="ko-KR" altLang="en-US" dirty="0"/>
              <a:t>의 과제 게시판에 제출</a:t>
            </a:r>
            <a:endParaRPr lang="en-US" altLang="ko-KR" dirty="0"/>
          </a:p>
          <a:p>
            <a:r>
              <a:rPr lang="ko-KR" altLang="en-US" dirty="0"/>
              <a:t>제출할 것</a:t>
            </a:r>
            <a:r>
              <a:rPr lang="en-US" altLang="ko-KR" dirty="0"/>
              <a:t>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 </a:t>
            </a:r>
            <a:r>
              <a:rPr lang="en-US" altLang="ko-KR" dirty="0"/>
              <a:t>ppt </a:t>
            </a:r>
            <a:r>
              <a:rPr lang="ko-KR" altLang="en-US" dirty="0" err="1"/>
              <a:t>작성본</a:t>
            </a:r>
            <a:r>
              <a:rPr lang="en-US" altLang="ko-KR" dirty="0"/>
              <a:t>(p.4,</a:t>
            </a:r>
            <a:r>
              <a:rPr lang="ko-KR" altLang="en-US" dirty="0"/>
              <a:t> </a:t>
            </a:r>
            <a:r>
              <a:rPr lang="en-US" altLang="ko-KR" dirty="0"/>
              <a:t>p.5) 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소스코드 </a:t>
            </a:r>
            <a:r>
              <a:rPr lang="en-US" altLang="ko-KR" dirty="0"/>
              <a:t>zip</a:t>
            </a:r>
            <a:r>
              <a:rPr lang="ko-KR" altLang="en-US" dirty="0"/>
              <a:t>파일</a:t>
            </a:r>
          </a:p>
        </p:txBody>
      </p:sp>
    </p:spTree>
    <p:extLst>
      <p:ext uri="{BB962C8B-B14F-4D97-AF65-F5344CB8AC3E}">
        <p14:creationId xmlns:p14="http://schemas.microsoft.com/office/powerpoint/2010/main" val="1816645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5B1F11C3-25C4-444C-89A3-B516402B5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3B50E89-7EEA-4FEA-8F2C-A737B4B45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3200"/>
            <a:ext cx="9144000" cy="49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898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DC2F28E-8F2E-484A-8C7D-429269A01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3">
            <a:noAutofit/>
          </a:bodyPr>
          <a:lstStyle/>
          <a:p>
            <a:r>
              <a:rPr lang="en-US" altLang="ko-KR" sz="11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#define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6F008A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MAX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100001</a:t>
            </a:r>
          </a:p>
          <a:p>
            <a:endParaRPr lang="ko-KR" altLang="en-US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&lt;iostream&gt;</a:t>
            </a:r>
            <a:endParaRPr lang="en-US" altLang="ko-KR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&lt;vector&gt;</a:t>
            </a:r>
            <a:endParaRPr lang="en-US" altLang="ko-KR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#include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&lt;algorithm&gt;</a:t>
            </a:r>
            <a:endParaRPr lang="en-US" altLang="ko-KR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endParaRPr lang="ko-KR" altLang="en-US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using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namespace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std;</a:t>
            </a:r>
          </a:p>
          <a:p>
            <a:endParaRPr lang="ko-KR" altLang="en-US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struct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Edge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{</a:t>
            </a: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first;</a:t>
            </a: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next;</a:t>
            </a: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weight;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};</a:t>
            </a: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set[</a:t>
            </a:r>
            <a:r>
              <a:rPr lang="en-US" altLang="ko-KR" sz="1100" dirty="0">
                <a:solidFill>
                  <a:srgbClr val="6F008A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MAX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];</a:t>
            </a:r>
          </a:p>
          <a:p>
            <a:endParaRPr lang="ko-KR" altLang="en-US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bool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compare1(</a:t>
            </a:r>
            <a:r>
              <a:rPr lang="en-US" altLang="ko-KR" sz="11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Edge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</a:t>
            </a:r>
            <a:r>
              <a:rPr lang="en-US" altLang="ko-KR" sz="1100" dirty="0" err="1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Edge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return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.weight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1100" dirty="0" err="1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.weight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find(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x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return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set[</a:t>
            </a:r>
            <a:r>
              <a:rPr lang="en-US" altLang="ko-KR" sz="11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x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 = set[</a:t>
            </a:r>
            <a:r>
              <a:rPr lang="en-US" altLang="ko-KR" sz="11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x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 == </a:t>
            </a:r>
            <a:r>
              <a:rPr lang="en-US" altLang="ko-KR" sz="11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x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? </a:t>
            </a:r>
            <a:r>
              <a:rPr lang="en-US" altLang="ko-KR" sz="11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x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: find(set[</a:t>
            </a:r>
            <a:r>
              <a:rPr lang="en-US" altLang="ko-KR" sz="11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x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]);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bool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Union(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find(</a:t>
            </a:r>
            <a:r>
              <a:rPr lang="en-US" altLang="ko-KR" sz="11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1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find(</a:t>
            </a:r>
            <a:r>
              <a:rPr lang="en-US" altLang="ko-KR" sz="11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1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== </a:t>
            </a:r>
            <a:r>
              <a:rPr lang="en-US" altLang="ko-KR" sz="11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return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set[</a:t>
            </a:r>
            <a:r>
              <a:rPr lang="en-US" altLang="ko-KR" sz="11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 = </a:t>
            </a:r>
            <a:r>
              <a:rPr lang="en-US" altLang="ko-KR" sz="1100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return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1;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Test_case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cin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Test_case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tc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1;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tc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&lt;=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Test_case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tc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++) {</a:t>
            </a: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n, m;</a:t>
            </a:r>
            <a:r>
              <a:rPr lang="en-US" altLang="ko-KR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정점과 간선</a:t>
            </a:r>
            <a:endParaRPr lang="ko-KR" altLang="en-US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cin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n </a:t>
            </a:r>
            <a:r>
              <a:rPr lang="en-US" altLang="ko-KR" sz="11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m;</a:t>
            </a: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1;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&lt;= n;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++) {</a:t>
            </a:r>
            <a:r>
              <a:rPr lang="en-US" altLang="ko-KR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정점이 </a:t>
            </a:r>
            <a:r>
              <a:rPr lang="ko-KR" altLang="en-US" sz="1100" dirty="0" err="1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함된</a:t>
            </a:r>
            <a:r>
              <a:rPr lang="ko-KR" altLang="en-US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그래프가 어디인지 저장</a:t>
            </a:r>
            <a:endParaRPr lang="ko-KR" altLang="en-US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set[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 =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vector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11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Edge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 v;</a:t>
            </a: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ko-KR" altLang="en-US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j = 0; j &lt; m;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j++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 {</a:t>
            </a:r>
            <a:r>
              <a:rPr lang="en-US" altLang="ko-KR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간선의 개수만큼 </a:t>
            </a:r>
            <a:r>
              <a:rPr lang="en-US" altLang="ko-KR" sz="1100" dirty="0" err="1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a,b,c</a:t>
            </a:r>
            <a:r>
              <a:rPr lang="en-US" altLang="ko-KR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sz="1100" dirty="0" err="1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서로간의</a:t>
            </a:r>
            <a:r>
              <a:rPr lang="ko-KR" altLang="en-US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정보 입력</a:t>
            </a:r>
            <a:endParaRPr lang="ko-KR" altLang="en-US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a, b, c;</a:t>
            </a:r>
          </a:p>
          <a:p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cin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a </a:t>
            </a:r>
            <a:r>
              <a:rPr lang="en-US" altLang="ko-KR" sz="11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b </a:t>
            </a:r>
            <a:r>
              <a:rPr lang="en-US" altLang="ko-KR" sz="11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&gt;&gt;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c;</a:t>
            </a:r>
          </a:p>
          <a:p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v.push_back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100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Edge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a,b,c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});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sort(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v.begin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(),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v.end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(),compare1);</a:t>
            </a:r>
          </a:p>
          <a:p>
            <a:r>
              <a:rPr lang="en-US" altLang="ko-KR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ko-KR" altLang="en-US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거리의 합을 </a:t>
            </a:r>
            <a:r>
              <a:rPr lang="en-US" altLang="ko-KR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0</a:t>
            </a:r>
            <a:r>
              <a:rPr lang="ko-KR" altLang="en-US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으로 초기화</a:t>
            </a:r>
            <a:endParaRPr lang="ko-KR" altLang="en-US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long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long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sum = 0LL;</a:t>
            </a: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for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k = 0; k &lt; m; k++) {</a:t>
            </a:r>
          </a:p>
          <a:p>
            <a:r>
              <a:rPr lang="en-US" altLang="ko-KR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/*</a:t>
            </a:r>
            <a:r>
              <a:rPr lang="ko-KR" altLang="en-US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동일한 부모를 </a:t>
            </a:r>
            <a:r>
              <a:rPr lang="ko-KR" altLang="en-US" sz="1100" dirty="0" err="1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가르키지</a:t>
            </a:r>
            <a:r>
              <a:rPr lang="ko-KR" altLang="en-US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않는 경우</a:t>
            </a:r>
            <a:r>
              <a:rPr lang="en-US" altLang="ko-KR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ko-KR" altLang="en-US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사이클이 발생하지 않을 경우*</a:t>
            </a:r>
            <a:r>
              <a:rPr lang="en-US" altLang="ko-KR" sz="1100" dirty="0">
                <a:solidFill>
                  <a:srgbClr val="008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/</a:t>
            </a:r>
            <a:endParaRPr lang="ko-KR" altLang="en-US" sz="11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(Union(v</a:t>
            </a:r>
            <a:r>
              <a:rPr lang="en-US" altLang="ko-KR" sz="11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k</a:t>
            </a:r>
            <a:r>
              <a:rPr lang="en-US" altLang="ko-KR" sz="11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.first, v</a:t>
            </a:r>
            <a:r>
              <a:rPr lang="en-US" altLang="ko-KR" sz="11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k</a:t>
            </a:r>
            <a:r>
              <a:rPr lang="en-US" altLang="ko-KR" sz="11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.next)) {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sum += v</a:t>
            </a:r>
            <a:r>
              <a:rPr lang="en-US" altLang="ko-KR" sz="11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k</a:t>
            </a:r>
            <a:r>
              <a:rPr lang="en-US" altLang="ko-KR" sz="11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]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.weight;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"#"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tc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A31515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" "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sum</a:t>
            </a:r>
            <a:r>
              <a:rPr lang="en-US" altLang="ko-KR" sz="1100" dirty="0">
                <a:solidFill>
                  <a:srgbClr val="0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&lt;&lt;</a:t>
            </a:r>
            <a:r>
              <a:rPr lang="en-US" altLang="ko-KR" sz="1100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100" dirty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return</a:t>
            </a:r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sz="11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2126CB-D08E-4D03-B5D3-0B1FF62051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2) </a:t>
            </a:r>
            <a:r>
              <a:rPr lang="ko-KR" altLang="en-US" dirty="0"/>
              <a:t>소스코드</a:t>
            </a:r>
            <a:r>
              <a:rPr lang="en-US" altLang="ko-KR" dirty="0"/>
              <a:t>(</a:t>
            </a:r>
            <a:r>
              <a:rPr lang="ko-KR" altLang="en-US" dirty="0"/>
              <a:t>캡쳐 또는 </a:t>
            </a:r>
            <a:r>
              <a:rPr lang="en-US" altLang="ko-KR" dirty="0"/>
              <a:t>copy)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5261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36C5D647-ED7F-49FF-AB1E-486082CA0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875" y="1117817"/>
            <a:ext cx="8504583" cy="5023539"/>
          </a:xfrm>
        </p:spPr>
        <p:txBody>
          <a:bodyPr numCol="3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#define MAX 100001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#include&lt;iostream&gt;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#include&lt;vector&gt;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#include&lt;algorithm&gt;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Edge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[MAX];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compare1(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Edge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a,Edge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a.weight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b.weight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==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Union(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0;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1;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Test_case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dist" latinLnBrk="0"/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Test_case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dist" latinLnBrk="0"/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dist" latinLnBrk="0"/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tc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1;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tc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Test_case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tc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dist" latinLnBrk="0"/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//정점과 간선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dist" latinLnBrk="0"/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dist" latinLnBrk="0"/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1;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//정점이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함된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 그래프가 어디인지 저장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dist" latinLnBrk="0"/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dist" latinLnBrk="0"/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dist" latinLnBrk="0"/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dist" latinLnBrk="0"/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Edge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dist" latinLnBrk="0"/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0;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//간선의 개수만큼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a,b,c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서로간의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 정보 입력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dist" latinLnBrk="0"/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c;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dist" latinLnBrk="0"/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c;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dist" latinLnBrk="0"/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v.push_back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Edge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a,b,c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dist" latinLnBrk="0"/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dist" latinLnBrk="0"/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dist" latinLnBrk="0"/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v.begin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v.end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(),compare1);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dist" latinLnBrk="0"/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//거리의 합을 0으로 초기화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dist" latinLnBrk="0"/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0LL;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dist" latinLnBrk="0"/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 = 0; k &lt;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k++) {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dist" latinLnBrk="0"/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/*      동일한 부모를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가르키지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 않는 경우, 사이클이 발생하지 않을 경우*/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dist" latinLnBrk="0"/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(Union(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[k].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[k].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dist" latinLnBrk="0"/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[k].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"#"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tc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292B2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0;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76901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255691F-FC4C-4A18-8442-6DE155161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2) </a:t>
            </a:r>
            <a:r>
              <a:rPr lang="ko-KR" altLang="en-US" dirty="0"/>
              <a:t>소스코드 </a:t>
            </a:r>
            <a:r>
              <a:rPr lang="en-US" altLang="ko-KR" dirty="0"/>
              <a:t>zip </a:t>
            </a:r>
            <a:r>
              <a:rPr lang="ko-KR" altLang="en-US" dirty="0"/>
              <a:t>파일</a:t>
            </a:r>
            <a:endParaRPr lang="en-US" altLang="ko-KR" dirty="0"/>
          </a:p>
          <a:p>
            <a:pPr lvl="1"/>
            <a:r>
              <a:rPr lang="ko-KR" altLang="en-US" dirty="0"/>
              <a:t>본인이 제출한 코드를 </a:t>
            </a:r>
            <a:r>
              <a:rPr lang="en-US" altLang="ko-KR" dirty="0"/>
              <a:t>zip</a:t>
            </a:r>
            <a:r>
              <a:rPr lang="ko-KR" altLang="en-US" dirty="0"/>
              <a:t>으로 묶어서 과제 게시판에 이 </a:t>
            </a:r>
            <a:r>
              <a:rPr lang="en-US" altLang="ko-KR" dirty="0"/>
              <a:t>ppt</a:t>
            </a:r>
            <a:r>
              <a:rPr lang="ko-KR" altLang="en-US" dirty="0"/>
              <a:t>와 함께 업로드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323C8B-47E1-401A-84A5-B6831EBBFF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제출 할 것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DC686D-F88F-455E-951F-EBC51E383CFF}"/>
              </a:ext>
            </a:extLst>
          </p:cNvPr>
          <p:cNvSpPr txBox="1"/>
          <p:nvPr/>
        </p:nvSpPr>
        <p:spPr>
          <a:xfrm>
            <a:off x="1573447" y="3429000"/>
            <a:ext cx="3525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삼성 </a:t>
            </a:r>
            <a:r>
              <a:rPr lang="en-US" altLang="ko-KR" dirty="0"/>
              <a:t>SW Academy </a:t>
            </a:r>
            <a:r>
              <a:rPr lang="ko-KR" altLang="en-US" dirty="0"/>
              <a:t>본인의 </a:t>
            </a:r>
            <a:r>
              <a:rPr lang="en-US" altLang="ko-KR" dirty="0"/>
              <a:t>id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정박</a:t>
            </a:r>
          </a:p>
        </p:txBody>
      </p:sp>
    </p:spTree>
    <p:extLst>
      <p:ext uri="{BB962C8B-B14F-4D97-AF65-F5344CB8AC3E}">
        <p14:creationId xmlns:p14="http://schemas.microsoft.com/office/powerpoint/2010/main" val="3055581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5177</TotalTime>
  <Words>1055</Words>
  <Application>Microsoft Office PowerPoint</Application>
  <PresentationFormat>화면 슬라이드 쇼(4:3)</PresentationFormat>
  <Paragraphs>142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3" baseType="lpstr">
      <vt:lpstr>돋움체</vt:lpstr>
      <vt:lpstr>맑은 고딕</vt:lpstr>
      <vt:lpstr>Arial</vt:lpstr>
      <vt:lpstr>Calibri</vt:lpstr>
      <vt:lpstr>Calibri Light</vt:lpstr>
      <vt:lpstr>Consolas</vt:lpstr>
      <vt:lpstr>Segoe UI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kwnam</dc:creator>
  <cp:lastModifiedBy>박정현</cp:lastModifiedBy>
  <cp:revision>214</cp:revision>
  <cp:lastPrinted>2020-10-13T10:31:23Z</cp:lastPrinted>
  <dcterms:created xsi:type="dcterms:W3CDTF">2016-03-23T02:14:12Z</dcterms:created>
  <dcterms:modified xsi:type="dcterms:W3CDTF">2020-11-25T07:04:34Z</dcterms:modified>
</cp:coreProperties>
</file>