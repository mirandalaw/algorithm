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6"/>
  </p:notesMasterIdLst>
  <p:sldIdLst>
    <p:sldId id="256" r:id="rId2"/>
    <p:sldId id="438" r:id="rId3"/>
    <p:sldId id="437" r:id="rId4"/>
    <p:sldId id="435" r:id="rId5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3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836" y="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3A2E7-0719-47CE-885E-0793527D1170}" type="datetimeFigureOut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90" y="4926014"/>
            <a:ext cx="5683886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85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836" y="972185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AE1C1-C81E-4772-892D-8808EAAD8F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955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B949-82F9-4B5B-8B9F-48758225011C}" type="datetime1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97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779C7-5C98-45E0-A5C0-D626E55C6101}" type="datetime1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007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CD96-7AAE-4F71-86A7-6A48E6EF1A23}" type="datetime1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23E4-AAC0-47F5-AC7A-379CFD4AFA9C}" type="datetime1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893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3DEAA-6576-4E34-A01B-81CAD4363AAF}" type="datetime1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68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BAC8A-A756-476B-9084-3BDBD4E7C08D}" type="datetime1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521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 bwMode="ltGray">
          <a:xfrm>
            <a:off x="269304" y="201907"/>
            <a:ext cx="6633302" cy="70370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6" name="내용 개체 틀 2"/>
          <p:cNvSpPr txBox="1">
            <a:spLocks/>
          </p:cNvSpPr>
          <p:nvPr userDrawn="1"/>
        </p:nvSpPr>
        <p:spPr>
          <a:xfrm>
            <a:off x="623383" y="1105118"/>
            <a:ext cx="7886700" cy="4706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69303" y="1105117"/>
            <a:ext cx="8504583" cy="5023539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69875" y="201613"/>
            <a:ext cx="6632575" cy="70326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661002" y="6328165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7794632-D888-4270-8AF5-7FF0A682F488}" type="slidenum">
              <a:rPr lang="ko-KR" altLang="en-US" sz="1200" smtClean="0"/>
              <a:t>‹#›</a:t>
            </a:fld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5960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0EB93-FE87-425A-AA38-3A3985E44E3E}" type="datetime1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800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B2164-2BE2-4788-AE34-B14CAAAD4111}" type="datetime1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09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564D-7F46-485E-AD9B-94C376F0B69D}" type="datetime1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00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8CE84-8071-4D3D-B822-4967DC03C67C}" type="datetime1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21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4B3770-5CB0-460A-AAF1-F9BF1C2D206E}" type="datetime1">
              <a:rPr lang="ko-KR" altLang="en-US" smtClean="0"/>
              <a:t>2020-11-23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88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ltGray">
          <a:xfrm>
            <a:off x="1410724" y="1640783"/>
            <a:ext cx="6633302" cy="148256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endParaRPr lang="en-US" sz="2500" b="1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89555" y="1932234"/>
            <a:ext cx="4419480" cy="108619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ko-KR" altLang="en-US" sz="3529" b="1" dirty="0">
                <a:solidFill>
                  <a:schemeClr val="bg1"/>
                </a:solidFill>
                <a:latin typeface="+mn-ea"/>
              </a:rPr>
              <a:t>알고리즘 리포트 </a:t>
            </a:r>
            <a:r>
              <a:rPr lang="en-US" altLang="ko-KR" sz="3529" b="1" dirty="0">
                <a:solidFill>
                  <a:schemeClr val="bg1"/>
                </a:solidFill>
                <a:latin typeface="+mn-ea"/>
              </a:rPr>
              <a:t>no.2</a:t>
            </a:r>
          </a:p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en-US" sz="3529" b="1" dirty="0">
                <a:solidFill>
                  <a:schemeClr val="bg1"/>
                </a:solidFill>
                <a:latin typeface="+mn-ea"/>
              </a:rPr>
              <a:t>2020</a:t>
            </a:r>
            <a:r>
              <a:rPr lang="ko-KR" altLang="en-US" sz="3529" b="1" dirty="0">
                <a:solidFill>
                  <a:schemeClr val="bg1"/>
                </a:solidFill>
                <a:latin typeface="+mn-ea"/>
              </a:rPr>
              <a:t>년도 </a:t>
            </a:r>
            <a:r>
              <a:rPr lang="en-US" altLang="ko-KR" sz="3529" b="1" dirty="0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sz="3529" b="1" dirty="0">
                <a:solidFill>
                  <a:schemeClr val="bg1"/>
                </a:solidFill>
                <a:latin typeface="+mn-ea"/>
              </a:rPr>
              <a:t>학기</a:t>
            </a:r>
            <a:endParaRPr lang="en-US" sz="352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Rectangle 3"/>
          <p:cNvSpPr/>
          <p:nvPr/>
        </p:nvSpPr>
        <p:spPr>
          <a:xfrm>
            <a:off x="1113805" y="3353350"/>
            <a:ext cx="7370976" cy="1906741"/>
          </a:xfrm>
          <a:prstGeom prst="rect">
            <a:avLst/>
          </a:prstGeom>
          <a:noFill/>
          <a:ln w="28575">
            <a:noFill/>
          </a:ln>
        </p:spPr>
        <p:txBody>
          <a:bodyPr wrap="square" lIns="0" tIns="89642" rIns="0" bIns="89642" rtlCol="0" anchor="ctr">
            <a:noAutofit/>
          </a:bodyPr>
          <a:lstStyle/>
          <a:p>
            <a:pPr marL="56024" lvl="1"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ko-KR" altLang="en-US" sz="1961" b="1" dirty="0">
                <a:latin typeface="+mn-ea"/>
              </a:rPr>
              <a:t>이름 </a:t>
            </a:r>
            <a:r>
              <a:rPr lang="en-US" altLang="ko-KR" sz="1961" b="1" dirty="0">
                <a:latin typeface="+mn-ea"/>
              </a:rPr>
              <a:t>: </a:t>
            </a:r>
            <a:r>
              <a:rPr lang="ko-KR" altLang="en-US" sz="1961" b="1" dirty="0">
                <a:latin typeface="+mn-ea"/>
              </a:rPr>
              <a:t>박정현</a:t>
            </a:r>
            <a:endParaRPr lang="en-US" altLang="ko-KR" sz="1961" b="1" dirty="0">
              <a:latin typeface="+mn-ea"/>
            </a:endParaRPr>
          </a:p>
          <a:p>
            <a:pPr marL="56024" lvl="1"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ko-KR" altLang="en-US" sz="1961" b="1" dirty="0">
                <a:latin typeface="+mn-ea"/>
              </a:rPr>
              <a:t>학번 </a:t>
            </a:r>
            <a:r>
              <a:rPr lang="en-US" altLang="ko-KR" sz="1961" b="1" dirty="0">
                <a:latin typeface="+mn-ea"/>
              </a:rPr>
              <a:t>: 1601504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54776D-E7CA-4E1E-A433-6729C7B97ACE}"/>
              </a:ext>
            </a:extLst>
          </p:cNvPr>
          <p:cNvSpPr txBox="1"/>
          <p:nvPr/>
        </p:nvSpPr>
        <p:spPr>
          <a:xfrm>
            <a:off x="1669930" y="5217217"/>
            <a:ext cx="4068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제출방법 </a:t>
            </a:r>
            <a:r>
              <a:rPr lang="en-US" altLang="ko-KR" dirty="0"/>
              <a:t>: </a:t>
            </a:r>
            <a:r>
              <a:rPr lang="en-US" altLang="ko-KR" dirty="0" err="1"/>
              <a:t>eclass</a:t>
            </a:r>
            <a:r>
              <a:rPr lang="ko-KR" altLang="en-US" dirty="0"/>
              <a:t>의 과제 게시판에 제출</a:t>
            </a:r>
            <a:endParaRPr lang="en-US" altLang="ko-KR" dirty="0"/>
          </a:p>
          <a:p>
            <a:r>
              <a:rPr lang="ko-KR" altLang="en-US" dirty="0"/>
              <a:t>제출할 것</a:t>
            </a:r>
            <a:r>
              <a:rPr lang="en-US" altLang="ko-KR" dirty="0"/>
              <a:t>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 </a:t>
            </a:r>
            <a:r>
              <a:rPr lang="en-US" altLang="ko-KR" dirty="0"/>
              <a:t>ppt </a:t>
            </a:r>
            <a:r>
              <a:rPr lang="ko-KR" altLang="en-US" dirty="0" err="1"/>
              <a:t>작성본</a:t>
            </a:r>
            <a:r>
              <a:rPr lang="en-US" altLang="ko-KR" dirty="0"/>
              <a:t>(p.4,</a:t>
            </a:r>
            <a:r>
              <a:rPr lang="ko-KR" altLang="en-US" dirty="0"/>
              <a:t> </a:t>
            </a:r>
            <a:r>
              <a:rPr lang="en-US" altLang="ko-KR" dirty="0"/>
              <a:t>p.5)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소스코드 </a:t>
            </a:r>
            <a:r>
              <a:rPr lang="en-US" altLang="ko-KR" dirty="0"/>
              <a:t>zip</a:t>
            </a:r>
            <a:r>
              <a:rPr lang="ko-KR" altLang="en-US" dirty="0"/>
              <a:t>파일</a:t>
            </a:r>
          </a:p>
        </p:txBody>
      </p:sp>
    </p:spTree>
    <p:extLst>
      <p:ext uri="{BB962C8B-B14F-4D97-AF65-F5344CB8AC3E}">
        <p14:creationId xmlns:p14="http://schemas.microsoft.com/office/powerpoint/2010/main" val="1816645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E96F991-3CEA-42B1-A8B5-54C69B409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303" y="1105117"/>
            <a:ext cx="8504583" cy="6083083"/>
          </a:xfrm>
        </p:spPr>
        <p:txBody>
          <a:bodyPr numCol="2">
            <a:normAutofit fontScale="92500" lnSpcReduction="10000"/>
          </a:bodyPr>
          <a:lstStyle/>
          <a:p>
            <a:pPr lvl="1"/>
            <a:r>
              <a:rPr lang="en-US" altLang="ko-KR" sz="14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&lt;iostream&gt;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4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&lt;set&gt;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4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&lt;string&gt;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std;</a:t>
            </a:r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st1 = 1;</a:t>
            </a:r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main()</a:t>
            </a:r>
          </a:p>
          <a:p>
            <a:pPr lvl="1"/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pPr lvl="1"/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the_number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pPr lvl="1"/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테스트 케이스 입력</a:t>
            </a:r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while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--)</a:t>
            </a:r>
          </a:p>
          <a:p>
            <a:pPr lvl="1"/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pPr lvl="1"/>
            <a:r>
              <a:rPr lang="en-US" altLang="ko-KR" sz="14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set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4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dic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//set</a:t>
            </a:r>
            <a:r>
              <a:rPr lang="ko-KR" altLang="en-US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의 라이브러리에 저장 하기위한 변수</a:t>
            </a:r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4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set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4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&gt;::</a:t>
            </a:r>
            <a:r>
              <a:rPr lang="en-US" altLang="ko-KR" sz="14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iterator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iter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//set</a:t>
            </a:r>
            <a:r>
              <a:rPr lang="ko-KR" altLang="en-US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을 읽기위한 변수</a:t>
            </a:r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4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str1;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4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입력받을</a:t>
            </a:r>
            <a:r>
              <a:rPr lang="ko-KR" altLang="en-US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문자열</a:t>
            </a:r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the_number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탐색을 통해 가져오고 싶은 인덱스</a:t>
            </a:r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str1;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문자열 입력</a:t>
            </a:r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0;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탐색을 통해 가져오고 싶은 인덱스를 구별하기위한 변수</a:t>
            </a:r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nn-NO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nn-NO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nn-NO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nn-NO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i = 0; i &lt; str1.size(); i++)</a:t>
            </a:r>
          </a:p>
          <a:p>
            <a:pPr lvl="1"/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pPr lvl="1"/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j =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 j &lt; str1.size();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j++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pPr lvl="1"/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pPr lvl="1"/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dic.insert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(str1.substr(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j -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+ 1));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//\0</a:t>
            </a:r>
            <a:r>
              <a:rPr lang="ko-KR" altLang="en-US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으로 끝나는 문자열을 </a:t>
            </a:r>
            <a:r>
              <a:rPr lang="ko-KR" altLang="en-US" sz="14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나타내주기</a:t>
            </a:r>
            <a:r>
              <a:rPr lang="ko-KR" altLang="en-US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위해 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+1</a:t>
            </a:r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lvl="1"/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lvl="1"/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the_number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&gt;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dic.size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())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"#"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st1 </a:t>
            </a:r>
            <a:r>
              <a:rPr lang="en-US" altLang="ko-KR" sz="14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 none"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pPr lvl="1"/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else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pPr lvl="1"/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iter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=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dic.begin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iter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!=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dic.end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iter</a:t>
            </a:r>
            <a:r>
              <a:rPr lang="en-US" altLang="ko-KR" sz="14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++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pPr lvl="1"/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pPr lvl="1"/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++;</a:t>
            </a:r>
          </a:p>
          <a:p>
            <a:pPr lvl="1"/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==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the_number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탐색에 필요한 인덱스 도출을 위한 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ko-KR" altLang="en-US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문</a:t>
            </a:r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pPr lvl="1"/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"#"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st1 </a:t>
            </a:r>
            <a:r>
              <a:rPr lang="en-US" altLang="ko-KR" sz="14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 "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pPr lvl="1"/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*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iter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pPr lvl="1"/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lvl="1"/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lvl="1"/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lvl="1"/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ko-KR" altLang="en-US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(!str1.empty()) str1.clear();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한번 사용한 변수를 재사용하기 위해 </a:t>
            </a:r>
            <a:r>
              <a:rPr lang="ko-KR" altLang="en-US" sz="14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비워주기</a:t>
            </a:r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(!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dic.empty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()) </a:t>
            </a:r>
            <a:r>
              <a:rPr lang="en-US" altLang="ko-KR" sz="14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dic.clear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//""</a:t>
            </a:r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st1++;</a:t>
            </a:r>
            <a:r>
              <a:rPr lang="en-US" altLang="ko-KR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해당 </a:t>
            </a:r>
            <a:r>
              <a:rPr lang="en-US" altLang="ko-KR" sz="14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ko-KR" altLang="en-US" sz="14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나타내기 위한 변수</a:t>
            </a:r>
            <a:endParaRPr lang="ko-KR" altLang="en-US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lvl="1"/>
            <a:r>
              <a:rPr lang="en-US" altLang="ko-KR" sz="14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0;</a:t>
            </a:r>
          </a:p>
          <a:p>
            <a:pPr lvl="1"/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7CB3CF-D54A-4444-AE83-61C3476311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소스코드</a:t>
            </a:r>
          </a:p>
        </p:txBody>
      </p:sp>
    </p:spTree>
    <p:extLst>
      <p:ext uri="{BB962C8B-B14F-4D97-AF65-F5344CB8AC3E}">
        <p14:creationId xmlns:p14="http://schemas.microsoft.com/office/powerpoint/2010/main" val="1026287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2126CB-D08E-4D03-B5D3-0B1FF62051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제출 소스코드</a:t>
            </a:r>
            <a:r>
              <a:rPr lang="en-US" altLang="ko-KR" dirty="0"/>
              <a:t>(</a:t>
            </a:r>
            <a:r>
              <a:rPr lang="ko-KR" altLang="en-US" dirty="0"/>
              <a:t>캡쳐 또는 </a:t>
            </a:r>
            <a:r>
              <a:rPr lang="en-US" altLang="ko-KR" dirty="0"/>
              <a:t>copy)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387A1A8-C9B5-48FC-8B6C-C1A606AECE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2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#include&lt;iostream&gt;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#include&lt;set&gt;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#include&lt;string&gt;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st1 = 1;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the_number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Test_case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Test_case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Test_case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--)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str1;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the_number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str1;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0;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0;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str1.size();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str1.size();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dic.insert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(str1.substr(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+ 1));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the_number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dic.size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"#"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st1 &lt;&lt;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else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dic.begin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dic.end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the_number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        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"#"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st1 &lt;&lt;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        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*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(!str1.empty()) str1.clear();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(!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dic.empty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dic.clear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st1++;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0;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01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255691F-FC4C-4A18-8442-6DE155161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소스코드 </a:t>
            </a:r>
            <a:r>
              <a:rPr lang="en-US" altLang="ko-KR" dirty="0"/>
              <a:t>zip </a:t>
            </a:r>
            <a:r>
              <a:rPr lang="ko-KR" altLang="en-US" dirty="0"/>
              <a:t>파일</a:t>
            </a:r>
            <a:endParaRPr lang="en-US" altLang="ko-KR" dirty="0"/>
          </a:p>
          <a:p>
            <a:pPr lvl="1"/>
            <a:r>
              <a:rPr lang="ko-KR" altLang="en-US" dirty="0"/>
              <a:t>본인이 제출한 코드를 </a:t>
            </a:r>
            <a:r>
              <a:rPr lang="en-US" altLang="ko-KR" dirty="0"/>
              <a:t>zip</a:t>
            </a:r>
            <a:r>
              <a:rPr lang="ko-KR" altLang="en-US" dirty="0"/>
              <a:t>으로 묶어서 과제 게시판에 이 </a:t>
            </a:r>
            <a:r>
              <a:rPr lang="en-US" altLang="ko-KR" dirty="0"/>
              <a:t>ppt</a:t>
            </a:r>
            <a:r>
              <a:rPr lang="ko-KR" altLang="en-US" dirty="0"/>
              <a:t>와 함께 업로드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323C8B-47E1-401A-84A5-B6831EBBF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제출 할 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DC686D-F88F-455E-951F-EBC51E383CFF}"/>
              </a:ext>
            </a:extLst>
          </p:cNvPr>
          <p:cNvSpPr txBox="1"/>
          <p:nvPr/>
        </p:nvSpPr>
        <p:spPr>
          <a:xfrm>
            <a:off x="1573447" y="3429000"/>
            <a:ext cx="3525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삼성 </a:t>
            </a:r>
            <a:r>
              <a:rPr lang="en-US" altLang="ko-KR" dirty="0"/>
              <a:t>SW Academy </a:t>
            </a:r>
            <a:r>
              <a:rPr lang="ko-KR" altLang="en-US" dirty="0"/>
              <a:t>본인의 </a:t>
            </a:r>
            <a:r>
              <a:rPr lang="en-US" altLang="ko-KR" dirty="0"/>
              <a:t>id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정박</a:t>
            </a:r>
          </a:p>
        </p:txBody>
      </p:sp>
    </p:spTree>
    <p:extLst>
      <p:ext uri="{BB962C8B-B14F-4D97-AF65-F5344CB8AC3E}">
        <p14:creationId xmlns:p14="http://schemas.microsoft.com/office/powerpoint/2010/main" val="3055581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5166</TotalTime>
  <Words>936</Words>
  <Application>Microsoft Office PowerPoint</Application>
  <PresentationFormat>화면 슬라이드 쇼(4:3)</PresentationFormat>
  <Paragraphs>104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돋움체</vt:lpstr>
      <vt:lpstr>맑은 고딕</vt:lpstr>
      <vt:lpstr>Arial</vt:lpstr>
      <vt:lpstr>Calibri</vt:lpstr>
      <vt:lpstr>Calibri Light</vt:lpstr>
      <vt:lpstr>Consolas</vt:lpstr>
      <vt:lpstr>Segoe UI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kwnam</dc:creator>
  <cp:lastModifiedBy>박정현</cp:lastModifiedBy>
  <cp:revision>212</cp:revision>
  <cp:lastPrinted>2020-10-13T10:31:23Z</cp:lastPrinted>
  <dcterms:created xsi:type="dcterms:W3CDTF">2016-03-23T02:14:12Z</dcterms:created>
  <dcterms:modified xsi:type="dcterms:W3CDTF">2020-11-23T07:06:28Z</dcterms:modified>
</cp:coreProperties>
</file>