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31" r:id="rId3"/>
    <p:sldId id="432" r:id="rId4"/>
    <p:sldId id="434" r:id="rId5"/>
    <p:sldId id="436" r:id="rId6"/>
    <p:sldId id="437" r:id="rId7"/>
    <p:sldId id="435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7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90" y="4926014"/>
            <a:ext cx="5683886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wexpertacademy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1410724" y="1640783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9555" y="1932234"/>
            <a:ext cx="4419480" cy="10861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알고리즘 리포트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no.8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3529" b="1" dirty="0">
                <a:solidFill>
                  <a:schemeClr val="bg1"/>
                </a:solidFill>
                <a:latin typeface="+mn-ea"/>
              </a:rPr>
              <a:t>2020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년도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학기</a:t>
            </a:r>
            <a:endParaRPr lang="en-US" sz="352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113805" y="3353350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이름 </a:t>
            </a:r>
            <a:r>
              <a:rPr lang="en-US" altLang="ko-KR" sz="1961" b="1" dirty="0">
                <a:latin typeface="+mn-ea"/>
              </a:rPr>
              <a:t>: </a:t>
            </a:r>
            <a:r>
              <a:rPr lang="ko-KR" altLang="en-US" sz="1961" b="1" dirty="0">
                <a:latin typeface="+mn-ea"/>
              </a:rPr>
              <a:t>박정현</a:t>
            </a:r>
            <a:endParaRPr lang="en-US" altLang="ko-KR" sz="1961" b="1" dirty="0">
              <a:latin typeface="+mn-ea"/>
            </a:endParaRPr>
          </a:p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학번 </a:t>
            </a:r>
            <a:r>
              <a:rPr lang="en-US" altLang="ko-KR" sz="1961" b="1" dirty="0">
                <a:latin typeface="+mn-ea"/>
              </a:rPr>
              <a:t>: 1601504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0F5400F-EE6A-4E61-93FA-F00189F79C5F}"/>
              </a:ext>
            </a:extLst>
          </p:cNvPr>
          <p:cNvSpPr txBox="1"/>
          <p:nvPr/>
        </p:nvSpPr>
        <p:spPr>
          <a:xfrm>
            <a:off x="2276371" y="5363030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제출방법 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ko-KR" altLang="en-US" dirty="0"/>
              <a:t>의 과제 게시판에 제출</a:t>
            </a:r>
            <a:endParaRPr lang="en-US" altLang="ko-KR" dirty="0"/>
          </a:p>
          <a:p>
            <a:r>
              <a:rPr lang="ko-KR" altLang="en-US" dirty="0"/>
              <a:t>제출할 것</a:t>
            </a:r>
            <a:r>
              <a:rPr lang="en-US" altLang="ko-KR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ppt </a:t>
            </a:r>
            <a:r>
              <a:rPr lang="ko-KR" altLang="en-US" dirty="0" err="1"/>
              <a:t>작성본</a:t>
            </a:r>
            <a:r>
              <a:rPr lang="en-US" altLang="ko-KR" dirty="0"/>
              <a:t>(p.4,</a:t>
            </a:r>
            <a:r>
              <a:rPr lang="ko-KR" altLang="en-US" dirty="0"/>
              <a:t> </a:t>
            </a:r>
            <a:r>
              <a:rPr lang="en-US" altLang="ko-KR" dirty="0"/>
              <a:t>p.5)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 </a:t>
            </a:r>
            <a:r>
              <a:rPr lang="en-US" altLang="ko-KR" dirty="0"/>
              <a:t>zip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18166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128E494-6D05-4839-81A0-86CBB3CF7C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https://swexpertacademy.com/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삼성 </a:t>
            </a:r>
            <a:r>
              <a:rPr lang="en-US" altLang="ko-KR" dirty="0"/>
              <a:t>SW Expert</a:t>
            </a:r>
            <a:r>
              <a:rPr lang="ko-KR" altLang="en-US" dirty="0"/>
              <a:t> </a:t>
            </a:r>
            <a:r>
              <a:rPr lang="en-US" altLang="ko-KR" dirty="0"/>
              <a:t>Academy</a:t>
            </a:r>
            <a:r>
              <a:rPr lang="ko-KR" altLang="en-US" dirty="0"/>
              <a:t>의 </a:t>
            </a:r>
            <a:r>
              <a:rPr lang="en-US" altLang="ko-KR" dirty="0"/>
              <a:t>5949</a:t>
            </a:r>
            <a:r>
              <a:rPr lang="ko-KR" altLang="en-US" dirty="0"/>
              <a:t>번 문제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D53F25-1AAB-4D4F-97BA-9ABCFBF276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/>
              <a:t>문자열 변경하기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7734F8-54C5-420B-948E-4228B6B5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14" y="2516778"/>
            <a:ext cx="10675142" cy="658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BE4A81-8060-4908-9D25-6E2066C30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87D737-D9A0-4C3E-BDE6-6216B777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3927"/>
            <a:ext cx="9144000" cy="1798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A598AF-A3DD-466C-A2F1-EA041D53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5949</a:t>
            </a:r>
            <a:r>
              <a:rPr lang="ko-KR" altLang="en-US" dirty="0"/>
              <a:t>번 시스템상에서 풀 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1892E3-CEBC-420D-85FE-7FA1EBAF8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문제 푸는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CBE0BD-5C4B-4027-8531-4CD070A4A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49" y="2489836"/>
            <a:ext cx="7338052" cy="31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F88F12-6842-481D-8C70-A4477405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303" y="1113663"/>
            <a:ext cx="8504583" cy="5023539"/>
          </a:xfrm>
        </p:spPr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이 파워포인트에 본인 제출이력의 캡쳐</a:t>
            </a:r>
            <a:endParaRPr lang="en-US" altLang="ko-KR" dirty="0"/>
          </a:p>
          <a:p>
            <a:pPr lvl="1"/>
            <a:r>
              <a:rPr lang="ko-KR" altLang="en-US" dirty="0"/>
              <a:t>본인 </a:t>
            </a:r>
            <a:r>
              <a:rPr lang="en-US" altLang="ko-KR" dirty="0"/>
              <a:t>id </a:t>
            </a:r>
            <a:r>
              <a:rPr lang="ko-KR" altLang="en-US" dirty="0"/>
              <a:t>부분 표시할 것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4C893-6744-4677-91D4-97B1946AAF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C75CE-8983-458B-8E1C-317761706B07}"/>
              </a:ext>
            </a:extLst>
          </p:cNvPr>
          <p:cNvSpPr txBox="1"/>
          <p:nvPr/>
        </p:nvSpPr>
        <p:spPr>
          <a:xfrm>
            <a:off x="2683378" y="3429000"/>
            <a:ext cx="359778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여기 </a:t>
            </a:r>
            <a:r>
              <a:rPr lang="en-US" altLang="ko-KR" dirty="0"/>
              <a:t>5949</a:t>
            </a:r>
            <a:r>
              <a:rPr lang="ko-KR" altLang="en-US" dirty="0"/>
              <a:t>번 문제 제출</a:t>
            </a:r>
            <a:endParaRPr lang="en-US" altLang="ko-KR" dirty="0"/>
          </a:p>
          <a:p>
            <a:r>
              <a:rPr lang="ko-KR" altLang="en-US" dirty="0"/>
              <a:t>캡쳐 한 것을 </a:t>
            </a:r>
            <a:r>
              <a:rPr lang="ko-KR" altLang="en-US" dirty="0" err="1"/>
              <a:t>넣으시오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104AFD-193C-4C05-96D2-62663C0E9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634"/>
            <a:ext cx="9144000" cy="45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2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485523" y="1715146"/>
            <a:ext cx="7257516" cy="4095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&lt;vector&gt;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S, T;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0; i &lt; S.size(); i++)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저장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(S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'b'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Svec.push_back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저장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'b'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Tvec.push_back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두개의 문자열의 길이 동일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altLang="ko-KR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a,b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개수 동일하기 때문에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사이즈 또한 동일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Svec.size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abs(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각 </a:t>
            </a:r>
            <a:r>
              <a:rPr lang="en-US" altLang="ko-KR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Svec,Tvec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value(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각각의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 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값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</a:t>
            </a:r>
            <a:r>
              <a:rPr lang="ko-KR" altLang="en-US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빼주고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절대값처리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6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775641" y="1526796"/>
            <a:ext cx="7592717" cy="4362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&lt;vector&gt;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S, T;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0; i &lt; S.size(); i++)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저장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(S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'b'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Svec.push_back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저장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(T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'b'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Tvec.push_back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두개의 문자열의 길이 동일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altLang="ko-KR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a,b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개수 동일하기 때문에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사이즈 또한 동일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j = 0; j &lt;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Svec.size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+= abs(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Tvec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각 </a:t>
            </a:r>
            <a:r>
              <a:rPr lang="en-US" altLang="ko-KR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Svec,Tvec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value(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각각의 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 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값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</a:t>
            </a:r>
            <a:r>
              <a:rPr lang="ko-KR" altLang="en-US" sz="12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빼주고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절대값처리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55691F-FC4C-4A18-8442-6DE15516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본인이 제출한 코드를 </a:t>
            </a:r>
            <a:r>
              <a:rPr lang="en-US" altLang="ko-KR" dirty="0"/>
              <a:t>zip</a:t>
            </a:r>
            <a:r>
              <a:rPr lang="ko-KR" altLang="en-US" dirty="0"/>
              <a:t>으로 묶어서 과제 게시판에 이 </a:t>
            </a:r>
            <a:r>
              <a:rPr lang="en-US" altLang="ko-KR" dirty="0"/>
              <a:t>ppt</a:t>
            </a:r>
            <a:r>
              <a:rPr lang="ko-KR" altLang="en-US" dirty="0"/>
              <a:t>와 함께 업로드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23C8B-47E1-401A-84A5-B6831EBBF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</p:spTree>
    <p:extLst>
      <p:ext uri="{BB962C8B-B14F-4D97-AF65-F5344CB8AC3E}">
        <p14:creationId xmlns:p14="http://schemas.microsoft.com/office/powerpoint/2010/main" val="305558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5160</TotalTime>
  <Words>581</Words>
  <Application>Microsoft Office PowerPoint</Application>
  <PresentationFormat>화면 슬라이드 쇼(4:3)</PresentationFormat>
  <Paragraphs>91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돋움체</vt:lpstr>
      <vt:lpstr>맑은 고딕</vt:lpstr>
      <vt:lpstr>Arial</vt:lpstr>
      <vt:lpstr>Calibri</vt:lpstr>
      <vt:lpstr>Calibri Light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shrup5@office365.kunsan.ac.kr</cp:lastModifiedBy>
  <cp:revision>220</cp:revision>
  <cp:lastPrinted>2020-10-13T10:31:23Z</cp:lastPrinted>
  <dcterms:created xsi:type="dcterms:W3CDTF">2016-03-23T02:14:12Z</dcterms:created>
  <dcterms:modified xsi:type="dcterms:W3CDTF">2020-11-30T07:15:49Z</dcterms:modified>
</cp:coreProperties>
</file>