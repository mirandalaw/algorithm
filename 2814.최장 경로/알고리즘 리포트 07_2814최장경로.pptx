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431" r:id="rId3"/>
    <p:sldId id="432" r:id="rId4"/>
    <p:sldId id="434" r:id="rId5"/>
    <p:sldId id="436" r:id="rId6"/>
    <p:sldId id="437" r:id="rId7"/>
    <p:sldId id="435" r:id="rId8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6" autoAdjust="0"/>
    <p:restoredTop sz="96353" autoAdjust="0"/>
  </p:normalViewPr>
  <p:slideViewPr>
    <p:cSldViewPr snapToGrid="0">
      <p:cViewPr varScale="1">
        <p:scale>
          <a:sx n="110" d="100"/>
          <a:sy n="110" d="100"/>
        </p:scale>
        <p:origin x="139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836" y="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3A2E7-0719-47CE-885E-0793527D1170}" type="datetimeFigureOut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90" y="4926014"/>
            <a:ext cx="5683886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85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836" y="972185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AE1C1-C81E-4772-892D-8808EAAD8F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955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B949-82F9-4B5B-8B9F-48758225011C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97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779C7-5C98-45E0-A5C0-D626E55C6101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00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CD96-7AAE-4F71-86A7-6A48E6EF1A23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23E4-AAC0-47F5-AC7A-379CFD4AFA9C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89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3DEAA-6576-4E34-A01B-81CAD4363AAF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68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BAC8A-A756-476B-9084-3BDBD4E7C08D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52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 bwMode="ltGray">
          <a:xfrm>
            <a:off x="269304" y="201907"/>
            <a:ext cx="6633302" cy="70370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623383" y="1105118"/>
            <a:ext cx="78867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69303" y="1105117"/>
            <a:ext cx="8504583" cy="5023539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69875" y="201613"/>
            <a:ext cx="6632575" cy="70326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661002" y="6328165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794632-D888-4270-8AF5-7FF0A682F488}" type="slidenum">
              <a:rPr lang="ko-KR" altLang="en-US" sz="1200" smtClean="0"/>
              <a:t>‹#›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5960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EB93-FE87-425A-AA38-3A3985E44E3E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80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2164-2BE2-4788-AE34-B14CAAAD4111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09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564D-7F46-485E-AD9B-94C376F0B69D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00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CE84-8071-4D3D-B822-4967DC03C67C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21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B3770-5CB0-460A-AAF1-F9BF1C2D206E}" type="datetime1">
              <a:rPr lang="ko-KR" altLang="en-US" smtClean="0"/>
              <a:t>2020-11-30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8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wexpertacademy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ltGray">
          <a:xfrm>
            <a:off x="1410724" y="1640783"/>
            <a:ext cx="6633302" cy="148256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endParaRPr lang="en-US" sz="25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89555" y="1932234"/>
            <a:ext cx="4419480" cy="10861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알고리즘 리포트 </a:t>
            </a:r>
            <a:r>
              <a:rPr lang="en-US" altLang="ko-KR" sz="3529" b="1" dirty="0">
                <a:solidFill>
                  <a:schemeClr val="bg1"/>
                </a:solidFill>
                <a:latin typeface="+mn-ea"/>
              </a:rPr>
              <a:t>no.7</a:t>
            </a:r>
          </a:p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3529" b="1" dirty="0">
                <a:solidFill>
                  <a:schemeClr val="bg1"/>
                </a:solidFill>
                <a:latin typeface="+mn-ea"/>
              </a:rPr>
              <a:t>2020</a:t>
            </a: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년도 </a:t>
            </a:r>
            <a:r>
              <a:rPr lang="en-US" altLang="ko-KR" sz="3529" b="1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학기</a:t>
            </a:r>
            <a:endParaRPr lang="en-US" sz="352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1113805" y="3353350"/>
            <a:ext cx="7370976" cy="190674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89642" rIns="0" bIns="89642" rtlCol="0" anchor="ctr">
            <a:noAutofit/>
          </a:bodyPr>
          <a:lstStyle/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1961" b="1" dirty="0">
                <a:latin typeface="+mn-ea"/>
              </a:rPr>
              <a:t>이름 </a:t>
            </a:r>
            <a:r>
              <a:rPr lang="en-US" altLang="ko-KR" sz="1961" b="1" dirty="0">
                <a:latin typeface="+mn-ea"/>
              </a:rPr>
              <a:t>:</a:t>
            </a:r>
            <a:r>
              <a:rPr lang="ko-KR" altLang="en-US" sz="1961" b="1" dirty="0">
                <a:latin typeface="+mn-ea"/>
              </a:rPr>
              <a:t>박정현</a:t>
            </a:r>
            <a:endParaRPr lang="en-US" altLang="ko-KR" sz="1961" b="1" dirty="0">
              <a:latin typeface="+mn-ea"/>
            </a:endParaRPr>
          </a:p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1961" b="1" dirty="0">
                <a:latin typeface="+mn-ea"/>
              </a:rPr>
              <a:t>학번 </a:t>
            </a:r>
            <a:r>
              <a:rPr lang="en-US" altLang="ko-KR" sz="1961" b="1" dirty="0">
                <a:latin typeface="+mn-ea"/>
              </a:rPr>
              <a:t>: 1601504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0F5400F-EE6A-4E61-93FA-F00189F79C5F}"/>
              </a:ext>
            </a:extLst>
          </p:cNvPr>
          <p:cNvSpPr txBox="1"/>
          <p:nvPr/>
        </p:nvSpPr>
        <p:spPr>
          <a:xfrm>
            <a:off x="2276371" y="5363030"/>
            <a:ext cx="4068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제출방법 </a:t>
            </a:r>
            <a:r>
              <a:rPr lang="en-US" altLang="ko-KR" dirty="0"/>
              <a:t>: </a:t>
            </a:r>
            <a:r>
              <a:rPr lang="en-US" altLang="ko-KR" dirty="0" err="1"/>
              <a:t>eclass</a:t>
            </a:r>
            <a:r>
              <a:rPr lang="ko-KR" altLang="en-US" dirty="0"/>
              <a:t>의 과제 게시판에 제출</a:t>
            </a:r>
            <a:endParaRPr lang="en-US" altLang="ko-KR" dirty="0"/>
          </a:p>
          <a:p>
            <a:r>
              <a:rPr lang="ko-KR" altLang="en-US" dirty="0"/>
              <a:t>제출할 것</a:t>
            </a:r>
            <a:r>
              <a:rPr lang="en-US" altLang="ko-KR" dirty="0"/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</a:t>
            </a:r>
            <a:r>
              <a:rPr lang="en-US" altLang="ko-KR" dirty="0"/>
              <a:t>ppt </a:t>
            </a:r>
            <a:r>
              <a:rPr lang="ko-KR" altLang="en-US" dirty="0" err="1"/>
              <a:t>작성본</a:t>
            </a:r>
            <a:r>
              <a:rPr lang="en-US" altLang="ko-KR" dirty="0"/>
              <a:t>(p.4,</a:t>
            </a:r>
            <a:r>
              <a:rPr lang="ko-KR" altLang="en-US" dirty="0"/>
              <a:t> </a:t>
            </a:r>
            <a:r>
              <a:rPr lang="en-US" altLang="ko-KR" dirty="0"/>
              <a:t>p.5)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소스코드 </a:t>
            </a:r>
            <a:r>
              <a:rPr lang="en-US" altLang="ko-KR" dirty="0"/>
              <a:t>zip</a:t>
            </a:r>
            <a:r>
              <a:rPr lang="ko-KR" altLang="en-US" dirty="0"/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181664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4128E494-6D05-4839-81A0-86CBB3CF7C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9303" y="1105117"/>
            <a:ext cx="8504583" cy="5023539"/>
          </a:xfrm>
        </p:spPr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https://swexpertacademy.com/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삼성 </a:t>
            </a:r>
            <a:r>
              <a:rPr lang="en-US" altLang="ko-KR" dirty="0"/>
              <a:t>SW Expert</a:t>
            </a:r>
            <a:r>
              <a:rPr lang="ko-KR" altLang="en-US" dirty="0"/>
              <a:t> </a:t>
            </a:r>
            <a:r>
              <a:rPr lang="en-US" altLang="ko-KR" dirty="0"/>
              <a:t>Academy</a:t>
            </a:r>
            <a:r>
              <a:rPr lang="ko-KR" altLang="en-US" dirty="0"/>
              <a:t>의 </a:t>
            </a:r>
            <a:r>
              <a:rPr lang="en-US" altLang="ko-KR" dirty="0"/>
              <a:t>2814</a:t>
            </a:r>
            <a:r>
              <a:rPr lang="ko-KR" altLang="en-US" dirty="0"/>
              <a:t>번 문제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D53F25-1AAB-4D4F-97BA-9ABCFBF276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문제 </a:t>
            </a:r>
            <a:r>
              <a:rPr lang="en-US" altLang="ko-KR" dirty="0"/>
              <a:t>: </a:t>
            </a:r>
            <a:r>
              <a:rPr lang="ko-KR" altLang="en-US" dirty="0"/>
              <a:t>최단 경로</a:t>
            </a:r>
            <a:r>
              <a:rPr lang="en-US" altLang="ko-KR" dirty="0"/>
              <a:t>(shortest path)</a:t>
            </a:r>
            <a:endParaRPr lang="ko-KR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7734F8-54C5-420B-948E-4228B6B58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114" y="2516778"/>
            <a:ext cx="10675142" cy="658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BE4A81-8060-4908-9D25-6E2066C30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58DA13-E2F7-435D-98CF-866D13CB6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3992"/>
            <a:ext cx="9144000" cy="15125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A598AF-A3DD-466C-A2F1-EA041D530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2814</a:t>
            </a:r>
            <a:r>
              <a:rPr lang="ko-KR" altLang="en-US" dirty="0"/>
              <a:t>번 시스템상에서 풀 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1892E3-CEBC-420D-85FE-7FA1EBAF8C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문제 푸는 방법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CBE0BD-5C4B-4027-8531-4CD070A4A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949" y="2489836"/>
            <a:ext cx="7338052" cy="313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52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2F88F12-6842-481D-8C70-A44774057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303" y="1113663"/>
            <a:ext cx="8504583" cy="5023539"/>
          </a:xfrm>
        </p:spPr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이 파워포인트에 본인 제출이력의 캡쳐</a:t>
            </a:r>
            <a:endParaRPr lang="en-US" altLang="ko-KR" dirty="0"/>
          </a:p>
          <a:p>
            <a:pPr lvl="1"/>
            <a:r>
              <a:rPr lang="ko-KR" altLang="en-US" dirty="0"/>
              <a:t>본인 </a:t>
            </a:r>
            <a:r>
              <a:rPr lang="en-US" altLang="ko-KR" dirty="0"/>
              <a:t>id </a:t>
            </a:r>
            <a:r>
              <a:rPr lang="ko-KR" altLang="en-US" dirty="0"/>
              <a:t>부분 표시할 것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E4C893-6744-4677-91D4-97B1946AAF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제출 할 것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683FB7-1D98-4DA4-8695-3EBF30E75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01" y="2130804"/>
            <a:ext cx="7457814" cy="421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22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2126CB-D08E-4D03-B5D3-0B1FF62051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소스코드</a:t>
            </a:r>
            <a:r>
              <a:rPr lang="en-US" altLang="ko-KR" dirty="0"/>
              <a:t>(</a:t>
            </a:r>
            <a:r>
              <a:rPr lang="ko-KR" altLang="en-US" dirty="0"/>
              <a:t>캡쳐 또는 </a:t>
            </a:r>
            <a:r>
              <a:rPr lang="en-US" altLang="ko-KR" dirty="0"/>
              <a:t>copy)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E525D9-19F8-42D5-B1C6-94C0522992DC}"/>
              </a:ext>
            </a:extLst>
          </p:cNvPr>
          <p:cNvSpPr/>
          <p:nvPr/>
        </p:nvSpPr>
        <p:spPr>
          <a:xfrm>
            <a:off x="635725" y="1354728"/>
            <a:ext cx="7480663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>
            <a:spAutoFit/>
          </a:bodyPr>
          <a:lstStyle/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&lt;string&gt;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N, M, answer = 1;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graph[11][21];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bool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visited[11];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dfs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index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size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(answer &lt; </a:t>
            </a:r>
            <a:r>
              <a:rPr lang="en-US" altLang="ko-KR" sz="12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answer = </a:t>
            </a:r>
            <a:r>
              <a:rPr lang="en-US" altLang="ko-KR" sz="12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 = 1; i &lt;= </a:t>
            </a:r>
            <a:r>
              <a:rPr lang="nn-NO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size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i++) 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(graph[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index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== 1 &amp;&amp; graph[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][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index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== 1 &amp;&amp; !visited[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visited[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정점 방문 체크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dfs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+ 1,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size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visited[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false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T;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T;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1;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&lt;= T; ++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N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memset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(graph, 0, 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sizeof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(graph));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answer = 1;</a:t>
            </a:r>
          </a:p>
          <a:p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 = 0; i &lt; M; i++)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x, y;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x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y;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graph[x][y] = 1;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graph[y][x] = 1;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 = 1; i &lt;= N; i++)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visited[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dfs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1, N);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visited[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false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"#"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answer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"\n"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GB" altLang="ko-KR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261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2126CB-D08E-4D03-B5D3-0B1FF62051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제출 소스코드</a:t>
            </a:r>
            <a:r>
              <a:rPr lang="en-US" altLang="ko-KR" dirty="0"/>
              <a:t>(</a:t>
            </a:r>
            <a:r>
              <a:rPr lang="ko-KR" altLang="en-US" dirty="0"/>
              <a:t>캡쳐 또는 </a:t>
            </a:r>
            <a:r>
              <a:rPr lang="en-US" altLang="ko-KR" dirty="0"/>
              <a:t>copy)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E525D9-19F8-42D5-B1C6-94C0522992DC}"/>
              </a:ext>
            </a:extLst>
          </p:cNvPr>
          <p:cNvSpPr/>
          <p:nvPr/>
        </p:nvSpPr>
        <p:spPr>
          <a:xfrm>
            <a:off x="1053737" y="1385403"/>
            <a:ext cx="7036526" cy="4708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>
            <a:spAutoFit/>
          </a:bodyPr>
          <a:lstStyle/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&lt;string&gt;</a:t>
            </a:r>
            <a:endParaRPr lang="en-US" altLang="ko-KR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N, M, answer = 1;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graph[11][21];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bool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visited[11];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dfs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index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size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(answer &lt; </a:t>
            </a:r>
            <a:r>
              <a:rPr lang="en-US" altLang="ko-KR" sz="12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answer = </a:t>
            </a:r>
            <a:r>
              <a:rPr lang="en-US" altLang="ko-KR" sz="12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 = 1; i &lt;= </a:t>
            </a:r>
            <a:r>
              <a:rPr lang="nn-NO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size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i++) 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(graph[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index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== 1 &amp;&amp; graph[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][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index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== 1 &amp;&amp; !visited[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visited[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정점 방문 체크</a:t>
            </a:r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dfs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2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+ 1, </a:t>
            </a:r>
            <a:r>
              <a:rPr lang="en-US" altLang="ko-KR" sz="12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size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visited[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false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T;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T;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1;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&lt;= T; ++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N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M;</a:t>
            </a:r>
          </a:p>
          <a:p>
            <a:endParaRPr lang="ko-KR" altLang="en-US" sz="12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memset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(graph, 0, </a:t>
            </a:r>
            <a:r>
              <a:rPr lang="en-US" altLang="ko-KR" sz="12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sizeof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(graph));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answer = 1;</a:t>
            </a:r>
          </a:p>
          <a:p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 = 0; i &lt; M; i++)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x, y;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x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y;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graph[x][y] = 1;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graph[y][x] = 1;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nn-NO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nn-NO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i = 1; i &lt;= N; i++)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visited[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dfs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1, N);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visited[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 </a:t>
            </a:r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false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"#"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answer </a:t>
            </a:r>
            <a:r>
              <a:rPr lang="en-US" altLang="ko-KR" sz="12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"\n"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GB" altLang="ko-KR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01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255691F-FC4C-4A18-8442-6DE155161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소스코드 </a:t>
            </a:r>
            <a:r>
              <a:rPr lang="en-US" altLang="ko-KR" dirty="0"/>
              <a:t>zip </a:t>
            </a:r>
            <a:r>
              <a:rPr lang="ko-KR" altLang="en-US" dirty="0"/>
              <a:t>파일</a:t>
            </a:r>
            <a:endParaRPr lang="en-US" altLang="ko-KR" dirty="0"/>
          </a:p>
          <a:p>
            <a:pPr lvl="1"/>
            <a:r>
              <a:rPr lang="ko-KR" altLang="en-US" dirty="0"/>
              <a:t>본인이 제출한 코드를 </a:t>
            </a:r>
            <a:r>
              <a:rPr lang="en-US" altLang="ko-KR" dirty="0"/>
              <a:t>zip</a:t>
            </a:r>
            <a:r>
              <a:rPr lang="ko-KR" altLang="en-US" dirty="0"/>
              <a:t>으로 묶어서 과제 게시판에 이 </a:t>
            </a:r>
            <a:r>
              <a:rPr lang="en-US" altLang="ko-KR" dirty="0"/>
              <a:t>ppt</a:t>
            </a:r>
            <a:r>
              <a:rPr lang="ko-KR" altLang="en-US" dirty="0"/>
              <a:t>와 함께 업로드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323C8B-47E1-401A-84A5-B6831EBBF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제출 할 것</a:t>
            </a:r>
          </a:p>
        </p:txBody>
      </p:sp>
    </p:spTree>
    <p:extLst>
      <p:ext uri="{BB962C8B-B14F-4D97-AF65-F5344CB8AC3E}">
        <p14:creationId xmlns:p14="http://schemas.microsoft.com/office/powerpoint/2010/main" val="3055581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5159</TotalTime>
  <Words>695</Words>
  <Application>Microsoft Office PowerPoint</Application>
  <PresentationFormat>화면 슬라이드 쇼(4:3)</PresentationFormat>
  <Paragraphs>115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돋움체</vt:lpstr>
      <vt:lpstr>맑은 고딕</vt:lpstr>
      <vt:lpstr>Arial</vt:lpstr>
      <vt:lpstr>Calibri</vt:lpstr>
      <vt:lpstr>Calibri Light</vt:lpstr>
      <vt:lpstr>Consolas</vt:lpstr>
      <vt:lpstr>Segoe UI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kwnam</dc:creator>
  <cp:lastModifiedBy>shrup5@office365.kunsan.ac.kr</cp:lastModifiedBy>
  <cp:revision>218</cp:revision>
  <cp:lastPrinted>2020-10-13T10:31:23Z</cp:lastPrinted>
  <dcterms:created xsi:type="dcterms:W3CDTF">2016-03-23T02:14:12Z</dcterms:created>
  <dcterms:modified xsi:type="dcterms:W3CDTF">2020-11-30T09:21:33Z</dcterms:modified>
</cp:coreProperties>
</file>