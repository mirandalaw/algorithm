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9"/>
  </p:notesMasterIdLst>
  <p:sldIdLst>
    <p:sldId id="256" r:id="rId2"/>
    <p:sldId id="431" r:id="rId3"/>
    <p:sldId id="432" r:id="rId4"/>
    <p:sldId id="438" r:id="rId5"/>
    <p:sldId id="436" r:id="rId6"/>
    <p:sldId id="437" r:id="rId7"/>
    <p:sldId id="435" r:id="rId8"/>
  </p:sldIdLst>
  <p:sldSz cx="9144000" cy="6858000" type="screen4x3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5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639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836" y="1"/>
            <a:ext cx="3078639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73A2E7-0719-47CE-885E-0793527D1170}" type="datetimeFigureOut">
              <a:rPr lang="ko-KR" altLang="en-US" smtClean="0"/>
              <a:t>2020-11-30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090" y="4926014"/>
            <a:ext cx="5683886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1851"/>
            <a:ext cx="3078639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836" y="9721851"/>
            <a:ext cx="3078639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AE1C1-C81E-4772-892D-8808EAAD8F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955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0B949-82F9-4B5B-8B9F-48758225011C}" type="datetime1">
              <a:rPr lang="ko-KR" altLang="en-US" smtClean="0"/>
              <a:t>2020-11-30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972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779C7-5C98-45E0-A5C0-D626E55C6101}" type="datetime1">
              <a:rPr lang="ko-KR" altLang="en-US" smtClean="0"/>
              <a:t>2020-11-30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007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DCD96-7AAE-4F71-86A7-6A48E6EF1A23}" type="datetime1">
              <a:rPr lang="ko-KR" altLang="en-US" smtClean="0"/>
              <a:t>2020-11-30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4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23E4-AAC0-47F5-AC7A-379CFD4AFA9C}" type="datetime1">
              <a:rPr lang="ko-KR" altLang="en-US" smtClean="0"/>
              <a:t>2020-11-30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6893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3DEAA-6576-4E34-A01B-81CAD4363AAF}" type="datetime1">
              <a:rPr lang="ko-KR" altLang="en-US" smtClean="0"/>
              <a:t>2020-11-30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6684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BAC8A-A756-476B-9084-3BDBD4E7C08D}" type="datetime1">
              <a:rPr lang="ko-KR" altLang="en-US" smtClean="0"/>
              <a:t>2020-11-30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8521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 bwMode="ltGray">
          <a:xfrm>
            <a:off x="269304" y="201907"/>
            <a:ext cx="6633302" cy="703701"/>
          </a:xfrm>
          <a:prstGeom prst="rect">
            <a:avLst/>
          </a:prstGeom>
          <a:solidFill>
            <a:schemeClr val="accent1">
              <a:alpha val="85000"/>
            </a:schemeClr>
          </a:solidFill>
        </p:spPr>
        <p:txBody>
          <a:bodyPr vert="horz" wrap="square" lIns="143428" tIns="89642" rIns="143428" bIns="89642" rtlCol="0" anchor="ctr" anchorCtr="0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b="0" kern="1200" cap="none" spc="-100" baseline="0">
                <a:ln w="3175">
                  <a:noFill/>
                </a:ln>
                <a:gradFill>
                  <a:gsLst>
                    <a:gs pos="5833">
                      <a:srgbClr val="FFFFFF"/>
                    </a:gs>
                    <a:gs pos="18000">
                      <a:srgbClr val="FFFFFF"/>
                    </a:gs>
                  </a:gsLst>
                  <a:lin ang="5400000" scaled="0"/>
                </a:gradFill>
                <a:effectLst/>
                <a:latin typeface="Segoe UI Light" pitchFamily="34" charset="0"/>
                <a:ea typeface="+mn-ea"/>
                <a:cs typeface="Arial" charset="0"/>
              </a:defRPr>
            </a:lvl1pPr>
          </a:lstStyle>
          <a:p>
            <a:r>
              <a:rPr lang="en-US" sz="2800" b="1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6" name="내용 개체 틀 2"/>
          <p:cNvSpPr txBox="1">
            <a:spLocks/>
          </p:cNvSpPr>
          <p:nvPr userDrawn="1"/>
        </p:nvSpPr>
        <p:spPr>
          <a:xfrm>
            <a:off x="623383" y="1105118"/>
            <a:ext cx="7886700" cy="47067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69303" y="1105117"/>
            <a:ext cx="8504583" cy="5023539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269875" y="201613"/>
            <a:ext cx="6632575" cy="703262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661002" y="6328165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7794632-D888-4270-8AF5-7FF0A682F488}" type="slidenum">
              <a:rPr lang="ko-KR" altLang="en-US" sz="1200" smtClean="0"/>
              <a:t>‹#›</a:t>
            </a:fld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559602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0EB93-FE87-425A-AA38-3A3985E44E3E}" type="datetime1">
              <a:rPr lang="ko-KR" altLang="en-US" smtClean="0"/>
              <a:t>2020-11-30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800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B2164-2BE2-4788-AE34-B14CAAAD4111}" type="datetime1">
              <a:rPr lang="ko-KR" altLang="en-US" smtClean="0"/>
              <a:t>2020-11-30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098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564D-7F46-485E-AD9B-94C376F0B69D}" type="datetime1">
              <a:rPr lang="ko-KR" altLang="en-US" smtClean="0"/>
              <a:t>2020-11-30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7007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8CE84-8071-4D3D-B822-4967DC03C67C}" type="datetime1">
              <a:rPr lang="ko-KR" altLang="en-US" smtClean="0"/>
              <a:t>2020-11-30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215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4B3770-5CB0-460A-AAF1-F9BF1C2D206E}" type="datetime1">
              <a:rPr lang="ko-KR" altLang="en-US" smtClean="0"/>
              <a:t>2020-11-30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888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swexpertacademy.com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ltGray">
          <a:xfrm>
            <a:off x="1410724" y="1640783"/>
            <a:ext cx="6633302" cy="1482561"/>
          </a:xfrm>
          <a:prstGeom prst="rect">
            <a:avLst/>
          </a:prstGeom>
          <a:solidFill>
            <a:schemeClr val="accent1">
              <a:alpha val="85000"/>
            </a:schemeClr>
          </a:solidFill>
        </p:spPr>
        <p:txBody>
          <a:bodyPr vert="horz" wrap="square" lIns="143428" tIns="89642" rIns="143428" bIns="89642" rtlCol="0" anchor="ctr" anchorCtr="0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b="0" kern="1200" cap="none" spc="-100" baseline="0">
                <a:ln w="3175">
                  <a:noFill/>
                </a:ln>
                <a:gradFill>
                  <a:gsLst>
                    <a:gs pos="5833">
                      <a:srgbClr val="FFFFFF"/>
                    </a:gs>
                    <a:gs pos="18000">
                      <a:srgbClr val="FFFFFF"/>
                    </a:gs>
                  </a:gsLst>
                  <a:lin ang="5400000" scaled="0"/>
                </a:gradFill>
                <a:effectLst/>
                <a:latin typeface="Segoe UI Light" pitchFamily="34" charset="0"/>
                <a:ea typeface="+mn-ea"/>
                <a:cs typeface="Arial" charset="0"/>
              </a:defRPr>
            </a:lvl1pPr>
          </a:lstStyle>
          <a:p>
            <a:endParaRPr lang="en-US" sz="2500" b="1" dirty="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89555" y="1932234"/>
            <a:ext cx="4419480" cy="108619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914367" latinLnBrk="0">
              <a:lnSpc>
                <a:spcPct val="90000"/>
              </a:lnSpc>
              <a:spcBef>
                <a:spcPct val="20000"/>
              </a:spcBef>
              <a:buSzPct val="90000"/>
            </a:pPr>
            <a:r>
              <a:rPr lang="ko-KR" altLang="en-US" sz="3529" b="1" dirty="0">
                <a:solidFill>
                  <a:schemeClr val="bg1"/>
                </a:solidFill>
                <a:latin typeface="+mn-ea"/>
              </a:rPr>
              <a:t>알고리즘 리포트 </a:t>
            </a:r>
            <a:r>
              <a:rPr lang="en-US" altLang="ko-KR" sz="3529" b="1" dirty="0">
                <a:solidFill>
                  <a:schemeClr val="bg1"/>
                </a:solidFill>
                <a:latin typeface="+mn-ea"/>
              </a:rPr>
              <a:t>no.9</a:t>
            </a:r>
          </a:p>
          <a:p>
            <a:pPr algn="ctr" defTabSz="914367" latinLnBrk="0">
              <a:lnSpc>
                <a:spcPct val="90000"/>
              </a:lnSpc>
              <a:spcBef>
                <a:spcPct val="20000"/>
              </a:spcBef>
              <a:buSzPct val="90000"/>
            </a:pPr>
            <a:r>
              <a:rPr lang="en-US" sz="3529" b="1" dirty="0">
                <a:solidFill>
                  <a:schemeClr val="bg1"/>
                </a:solidFill>
                <a:latin typeface="+mn-ea"/>
              </a:rPr>
              <a:t>2020</a:t>
            </a:r>
            <a:r>
              <a:rPr lang="ko-KR" altLang="en-US" sz="3529" b="1" dirty="0">
                <a:solidFill>
                  <a:schemeClr val="bg1"/>
                </a:solidFill>
                <a:latin typeface="+mn-ea"/>
              </a:rPr>
              <a:t>년도 </a:t>
            </a:r>
            <a:r>
              <a:rPr lang="en-US" altLang="ko-KR" sz="3529" b="1" dirty="0">
                <a:solidFill>
                  <a:schemeClr val="bg1"/>
                </a:solidFill>
                <a:latin typeface="+mn-ea"/>
              </a:rPr>
              <a:t>2</a:t>
            </a:r>
            <a:r>
              <a:rPr lang="ko-KR" altLang="en-US" sz="3529" b="1" dirty="0">
                <a:solidFill>
                  <a:schemeClr val="bg1"/>
                </a:solidFill>
                <a:latin typeface="+mn-ea"/>
              </a:rPr>
              <a:t>학기</a:t>
            </a:r>
            <a:endParaRPr lang="en-US" sz="352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Rectangle 3"/>
          <p:cNvSpPr/>
          <p:nvPr/>
        </p:nvSpPr>
        <p:spPr>
          <a:xfrm>
            <a:off x="1113805" y="3353350"/>
            <a:ext cx="7370976" cy="1906741"/>
          </a:xfrm>
          <a:prstGeom prst="rect">
            <a:avLst/>
          </a:prstGeom>
          <a:noFill/>
          <a:ln w="28575">
            <a:noFill/>
          </a:ln>
        </p:spPr>
        <p:txBody>
          <a:bodyPr wrap="square" lIns="0" tIns="89642" rIns="0" bIns="89642" rtlCol="0" anchor="ctr">
            <a:noAutofit/>
          </a:bodyPr>
          <a:lstStyle/>
          <a:p>
            <a:pPr marL="56024" lvl="1" algn="ctr" defTabSz="914367" latinLnBrk="0">
              <a:lnSpc>
                <a:spcPct val="90000"/>
              </a:lnSpc>
              <a:spcBef>
                <a:spcPct val="20000"/>
              </a:spcBef>
              <a:buSzPct val="90000"/>
            </a:pPr>
            <a:r>
              <a:rPr lang="ko-KR" altLang="en-US" sz="1961" b="1" dirty="0">
                <a:latin typeface="+mn-ea"/>
              </a:rPr>
              <a:t>이름 </a:t>
            </a:r>
            <a:r>
              <a:rPr lang="en-US" altLang="ko-KR" sz="1961" b="1" dirty="0">
                <a:latin typeface="+mn-ea"/>
              </a:rPr>
              <a:t>: </a:t>
            </a:r>
            <a:r>
              <a:rPr lang="ko-KR" altLang="en-US" sz="1961" b="1" dirty="0">
                <a:latin typeface="+mn-ea"/>
              </a:rPr>
              <a:t>박정현</a:t>
            </a:r>
            <a:endParaRPr lang="en-US" altLang="ko-KR" sz="1961" b="1" dirty="0">
              <a:latin typeface="+mn-ea"/>
            </a:endParaRPr>
          </a:p>
          <a:p>
            <a:pPr marL="56024" lvl="1" algn="ctr" defTabSz="914367" latinLnBrk="0">
              <a:lnSpc>
                <a:spcPct val="90000"/>
              </a:lnSpc>
              <a:spcBef>
                <a:spcPct val="20000"/>
              </a:spcBef>
              <a:buSzPct val="90000"/>
            </a:pPr>
            <a:r>
              <a:rPr lang="ko-KR" altLang="en-US" sz="1961" b="1" dirty="0">
                <a:latin typeface="+mn-ea"/>
              </a:rPr>
              <a:t>학번 </a:t>
            </a:r>
            <a:r>
              <a:rPr lang="en-US" altLang="ko-KR" sz="1961" b="1" dirty="0">
                <a:latin typeface="+mn-ea"/>
              </a:rPr>
              <a:t>:1601504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0F5400F-EE6A-4E61-93FA-F00189F79C5F}"/>
              </a:ext>
            </a:extLst>
          </p:cNvPr>
          <p:cNvSpPr txBox="1"/>
          <p:nvPr/>
        </p:nvSpPr>
        <p:spPr>
          <a:xfrm>
            <a:off x="2276371" y="5363030"/>
            <a:ext cx="40687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제출방법 </a:t>
            </a:r>
            <a:r>
              <a:rPr lang="en-US" altLang="ko-KR" dirty="0"/>
              <a:t>: </a:t>
            </a:r>
            <a:r>
              <a:rPr lang="en-US" altLang="ko-KR" dirty="0" err="1"/>
              <a:t>eclass</a:t>
            </a:r>
            <a:r>
              <a:rPr lang="ko-KR" altLang="en-US" dirty="0"/>
              <a:t>의 과제 게시판에 제출</a:t>
            </a:r>
            <a:endParaRPr lang="en-US" altLang="ko-KR" dirty="0"/>
          </a:p>
          <a:p>
            <a:r>
              <a:rPr lang="ko-KR" altLang="en-US" dirty="0"/>
              <a:t>제출할 것</a:t>
            </a:r>
            <a:r>
              <a:rPr lang="en-US" altLang="ko-KR" dirty="0"/>
              <a:t>: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 </a:t>
            </a:r>
            <a:r>
              <a:rPr lang="en-US" altLang="ko-KR" dirty="0"/>
              <a:t>ppt </a:t>
            </a:r>
            <a:r>
              <a:rPr lang="ko-KR" altLang="en-US" dirty="0" err="1"/>
              <a:t>작성본</a:t>
            </a:r>
            <a:r>
              <a:rPr lang="en-US" altLang="ko-KR" dirty="0"/>
              <a:t>(p.4,</a:t>
            </a:r>
            <a:r>
              <a:rPr lang="ko-KR" altLang="en-US" dirty="0"/>
              <a:t> </a:t>
            </a:r>
            <a:r>
              <a:rPr lang="en-US" altLang="ko-KR" dirty="0"/>
              <a:t>p.5)         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소스코드 </a:t>
            </a:r>
            <a:r>
              <a:rPr lang="en-US" altLang="ko-KR" dirty="0"/>
              <a:t>zip</a:t>
            </a:r>
            <a:r>
              <a:rPr lang="ko-KR" altLang="en-US" dirty="0"/>
              <a:t>파일</a:t>
            </a:r>
          </a:p>
        </p:txBody>
      </p:sp>
    </p:spTree>
    <p:extLst>
      <p:ext uri="{BB962C8B-B14F-4D97-AF65-F5344CB8AC3E}">
        <p14:creationId xmlns:p14="http://schemas.microsoft.com/office/powerpoint/2010/main" val="1816645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4128E494-6D05-4839-81A0-86CBB3CF7C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9303" y="1105117"/>
            <a:ext cx="8504583" cy="5023539"/>
          </a:xfrm>
        </p:spPr>
        <p:txBody>
          <a:bodyPr/>
          <a:lstStyle/>
          <a:p>
            <a:r>
              <a:rPr lang="ko-KR" altLang="en-US" dirty="0"/>
              <a:t>문제</a:t>
            </a:r>
            <a:endParaRPr lang="en-US" altLang="ko-KR" dirty="0"/>
          </a:p>
          <a:p>
            <a:pPr lvl="1"/>
            <a:r>
              <a:rPr lang="en-US" altLang="ko-KR" dirty="0">
                <a:hlinkClick r:id="rId2"/>
              </a:rPr>
              <a:t>https://swexpertacademy.com/</a:t>
            </a:r>
            <a:r>
              <a:rPr lang="en-US" altLang="ko-KR" dirty="0"/>
              <a:t> </a:t>
            </a:r>
          </a:p>
          <a:p>
            <a:pPr lvl="1"/>
            <a:r>
              <a:rPr lang="ko-KR" altLang="en-US" dirty="0"/>
              <a:t>삼성 </a:t>
            </a:r>
            <a:r>
              <a:rPr lang="en-US" altLang="ko-KR" dirty="0"/>
              <a:t>SW Expert</a:t>
            </a:r>
            <a:r>
              <a:rPr lang="ko-KR" altLang="en-US" dirty="0"/>
              <a:t> </a:t>
            </a:r>
            <a:r>
              <a:rPr lang="en-US" altLang="ko-KR" dirty="0"/>
              <a:t>Academy</a:t>
            </a:r>
            <a:r>
              <a:rPr lang="ko-KR" altLang="en-US" dirty="0"/>
              <a:t>의 </a:t>
            </a:r>
            <a:r>
              <a:rPr lang="en-US" altLang="ko-KR" dirty="0"/>
              <a:t>3143</a:t>
            </a:r>
            <a:r>
              <a:rPr lang="ko-KR" altLang="en-US" dirty="0"/>
              <a:t>번 문제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AD53F25-1AAB-4D4F-97BA-9ABCFBF276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문제 </a:t>
            </a:r>
            <a:r>
              <a:rPr lang="en-US" altLang="ko-KR" dirty="0"/>
              <a:t>: </a:t>
            </a:r>
            <a:r>
              <a:rPr lang="ko-KR" altLang="en-US" dirty="0"/>
              <a:t>가장 빠른 타이핑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7734F8-54C5-420B-948E-4228B6B58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114" y="2516778"/>
            <a:ext cx="10675142" cy="658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BBE4A81-8060-4908-9D25-6E2066C30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611F83A-E967-4339-A2A4-8A6FD3CF6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81401"/>
            <a:ext cx="9144000" cy="14951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4A598AF-A3DD-466C-A2F1-EA041D530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3143</a:t>
            </a:r>
            <a:r>
              <a:rPr lang="ko-KR" altLang="en-US" dirty="0"/>
              <a:t>번 시스템상에서 풀 음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1892E3-CEBC-420D-85FE-7FA1EBAF8C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문제 푸는 방법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ECBE0BD-5C4B-4027-8531-4CD070A4A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949" y="2489836"/>
            <a:ext cx="7338052" cy="313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752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40782AC-44B5-4E10-8535-8960920DF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ED7C63-7371-4202-B929-88C8D09D22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6956139-1B3E-40EA-8C66-F0ED9F8EA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613"/>
            <a:ext cx="9144000" cy="628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116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2126CB-D08E-4D03-B5D3-0B1FF62051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2) </a:t>
            </a:r>
            <a:r>
              <a:rPr lang="ko-KR" altLang="en-US" dirty="0"/>
              <a:t>소스코드</a:t>
            </a:r>
            <a:r>
              <a:rPr lang="en-US" altLang="ko-KR" dirty="0"/>
              <a:t>(</a:t>
            </a:r>
            <a:r>
              <a:rPr lang="ko-KR" altLang="en-US" dirty="0"/>
              <a:t>캡쳐 또는 </a:t>
            </a:r>
            <a:r>
              <a:rPr lang="en-US" altLang="ko-KR" dirty="0"/>
              <a:t>copy)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8E525D9-19F8-42D5-B1C6-94C0522992DC}"/>
              </a:ext>
            </a:extLst>
          </p:cNvPr>
          <p:cNvSpPr/>
          <p:nvPr/>
        </p:nvSpPr>
        <p:spPr>
          <a:xfrm>
            <a:off x="370114" y="1182848"/>
            <a:ext cx="8295714" cy="47349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numCol="3">
            <a:spAutoFit/>
          </a:bodyPr>
          <a:lstStyle/>
          <a:p>
            <a:r>
              <a:rPr lang="en-US" altLang="ko-KR" sz="10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#include</a:t>
            </a:r>
            <a:r>
              <a:rPr lang="en-US" altLang="ko-KR" sz="10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&lt;iostream&gt;</a:t>
            </a:r>
            <a:endParaRPr lang="en-US" altLang="ko-KR" sz="10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#include</a:t>
            </a:r>
            <a:r>
              <a:rPr lang="en-US" altLang="ko-KR" sz="10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&lt;string&gt;</a:t>
            </a:r>
            <a:endParaRPr lang="ko-KR" altLang="en-US" sz="10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std;</a:t>
            </a:r>
            <a:endParaRPr lang="ko-KR" altLang="en-US" sz="10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solve(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const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string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&amp;</a:t>
            </a:r>
            <a:r>
              <a:rPr lang="en-US" altLang="ko-KR" sz="10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const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string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&amp;</a:t>
            </a:r>
            <a:r>
              <a:rPr lang="en-US" altLang="ko-KR" sz="10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  <a:r>
              <a:rPr lang="en-US" altLang="ko-KR" sz="10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//A = banana, B = </a:t>
            </a:r>
            <a:r>
              <a:rPr lang="en-US" altLang="ko-KR" sz="1000" dirty="0" err="1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bana</a:t>
            </a:r>
            <a:endParaRPr lang="ko-KR" altLang="en-US" sz="10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cnt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0;</a:t>
            </a:r>
            <a:endParaRPr lang="ko-KR" altLang="en-US" sz="10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nn-NO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nn-NO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nn-NO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nn-NO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i = 1; i &lt;= </a:t>
            </a:r>
            <a:r>
              <a:rPr lang="nn-NO" altLang="ko-KR" sz="10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</a:t>
            </a:r>
            <a:r>
              <a:rPr lang="nn-NO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.size(); i++)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sz="10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==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 err="1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.substr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- 1, </a:t>
            </a:r>
            <a:r>
              <a:rPr lang="en-US" altLang="ko-KR" sz="1000" dirty="0" err="1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.size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()))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cnt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++;</a:t>
            </a:r>
          </a:p>
          <a:p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+= </a:t>
            </a:r>
            <a:r>
              <a:rPr lang="en-US" altLang="ko-KR" sz="1000" dirty="0" err="1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.size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()-1;</a:t>
            </a:r>
            <a:r>
              <a:rPr lang="en-US" altLang="ko-KR" sz="10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//1+4=5</a:t>
            </a:r>
            <a:endParaRPr lang="en-US" altLang="ko-KR" sz="10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else</a:t>
            </a:r>
            <a:endParaRPr lang="en-US" altLang="ko-KR" sz="10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cnt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++;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return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cnt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en-US" altLang="ko-KR" sz="1000" dirty="0">
              <a:solidFill>
                <a:srgbClr val="0000FF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Test_case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tc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string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word,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word_macro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cin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&gt;&gt;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Test_case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tc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1;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tc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&lt;=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Test_case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tc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++)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cin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&gt;&gt;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word </a:t>
            </a:r>
            <a:r>
              <a:rPr lang="en-US" altLang="ko-KR" sz="10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&gt;&gt;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word_macro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answer = solve(word,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word_macro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cout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"#"</a:t>
            </a:r>
            <a:r>
              <a:rPr lang="en-US" altLang="ko-KR" sz="10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tc</a:t>
            </a:r>
            <a:r>
              <a:rPr lang="en-US" altLang="ko-KR" sz="10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0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 "</a:t>
            </a:r>
            <a:r>
              <a:rPr lang="en-US" altLang="ko-KR" sz="10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answer</a:t>
            </a:r>
            <a:r>
              <a:rPr lang="en-US" altLang="ko-KR" sz="10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endl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return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en-GB" altLang="ko-KR" sz="1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261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2126CB-D08E-4D03-B5D3-0B1FF62051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제출 소스코드</a:t>
            </a:r>
            <a:r>
              <a:rPr lang="en-US" altLang="ko-KR" dirty="0"/>
              <a:t>(</a:t>
            </a:r>
            <a:r>
              <a:rPr lang="ko-KR" altLang="en-US" dirty="0"/>
              <a:t>캡쳐 또는 </a:t>
            </a:r>
            <a:r>
              <a:rPr lang="en-US" altLang="ko-KR" dirty="0"/>
              <a:t>copy)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8E525D9-19F8-42D5-B1C6-94C0522992DC}"/>
              </a:ext>
            </a:extLst>
          </p:cNvPr>
          <p:cNvSpPr/>
          <p:nvPr/>
        </p:nvSpPr>
        <p:spPr>
          <a:xfrm>
            <a:off x="174810" y="904875"/>
            <a:ext cx="8549740" cy="51100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numCol="2">
            <a:spAutoFit/>
          </a:bodyPr>
          <a:lstStyle/>
          <a:p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#include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&lt;iostream&gt;</a:t>
            </a:r>
            <a:endParaRPr lang="en-US" altLang="ko-KR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#include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&lt;string&gt;</a:t>
            </a:r>
            <a:endParaRPr lang="en-US" altLang="ko-KR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std;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solve(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const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string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&amp;</a:t>
            </a:r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const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string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&amp;</a:t>
            </a:r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//A = banana, B = </a:t>
            </a:r>
            <a:r>
              <a:rPr lang="en-US" altLang="ko-KR" sz="1200" dirty="0" err="1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bana</a:t>
            </a:r>
            <a:endParaRPr lang="en-US" altLang="ko-KR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0;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nn-NO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nn-NO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nn-NO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nn-NO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i = 1; i &lt;= </a:t>
            </a:r>
            <a:r>
              <a:rPr lang="nn-NO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</a:t>
            </a:r>
            <a:r>
              <a:rPr lang="nn-NO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.size(); i++)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==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.substr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- 1, </a:t>
            </a:r>
            <a:r>
              <a:rPr lang="en-US" altLang="ko-KR" sz="1200" dirty="0" err="1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.size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()))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++;</a:t>
            </a:r>
          </a:p>
          <a:p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+= </a:t>
            </a:r>
            <a:r>
              <a:rPr lang="en-US" altLang="ko-KR" sz="1200" dirty="0" err="1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.size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()-1;</a:t>
            </a:r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//1+4=5</a:t>
            </a:r>
            <a:endParaRPr lang="en-US" altLang="ko-KR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else</a:t>
            </a:r>
            <a:endParaRPr lang="en-US" altLang="ko-KR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++;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return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Test_case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tc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string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word,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word_macro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cin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&gt;&gt;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Test_case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tc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1;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tc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&lt;=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Test_case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tc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++)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cin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&gt;&gt;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word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&gt;&gt;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word_macro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answer = solve(word,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word_macro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cout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"#"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tc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 "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answer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endl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return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en-GB" altLang="ko-KR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01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255691F-FC4C-4A18-8442-6DE155161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2) </a:t>
            </a:r>
            <a:r>
              <a:rPr lang="ko-KR" altLang="en-US" dirty="0"/>
              <a:t>소스코드 </a:t>
            </a:r>
            <a:r>
              <a:rPr lang="en-US" altLang="ko-KR" dirty="0"/>
              <a:t>zip </a:t>
            </a:r>
            <a:r>
              <a:rPr lang="ko-KR" altLang="en-US" dirty="0"/>
              <a:t>파일</a:t>
            </a:r>
            <a:endParaRPr lang="en-US" altLang="ko-KR" dirty="0"/>
          </a:p>
          <a:p>
            <a:pPr lvl="1"/>
            <a:r>
              <a:rPr lang="ko-KR" altLang="en-US" dirty="0"/>
              <a:t>본인이 제출한 코드를 </a:t>
            </a:r>
            <a:r>
              <a:rPr lang="en-US" altLang="ko-KR" dirty="0"/>
              <a:t>zip</a:t>
            </a:r>
            <a:r>
              <a:rPr lang="ko-KR" altLang="en-US" dirty="0"/>
              <a:t>으로 묶어서 과제 게시판에 이 </a:t>
            </a:r>
            <a:r>
              <a:rPr lang="en-US" altLang="ko-KR" dirty="0"/>
              <a:t>ppt</a:t>
            </a:r>
            <a:r>
              <a:rPr lang="ko-KR" altLang="en-US" dirty="0"/>
              <a:t>와 함께 업로드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323C8B-47E1-401A-84A5-B6831EBBFF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제출 할 것</a:t>
            </a:r>
          </a:p>
        </p:txBody>
      </p:sp>
    </p:spTree>
    <p:extLst>
      <p:ext uri="{BB962C8B-B14F-4D97-AF65-F5344CB8AC3E}">
        <p14:creationId xmlns:p14="http://schemas.microsoft.com/office/powerpoint/2010/main" val="3055581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5161</TotalTime>
  <Words>441</Words>
  <Application>Microsoft Office PowerPoint</Application>
  <PresentationFormat>화면 슬라이드 쇼(4:3)</PresentationFormat>
  <Paragraphs>93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돋움체</vt:lpstr>
      <vt:lpstr>맑은 고딕</vt:lpstr>
      <vt:lpstr>Arial</vt:lpstr>
      <vt:lpstr>Calibri</vt:lpstr>
      <vt:lpstr>Calibri Light</vt:lpstr>
      <vt:lpstr>Consolas</vt:lpstr>
      <vt:lpstr>Segoe UI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kwnam</dc:creator>
  <cp:lastModifiedBy>박정현</cp:lastModifiedBy>
  <cp:revision>220</cp:revision>
  <cp:lastPrinted>2020-10-13T10:31:23Z</cp:lastPrinted>
  <dcterms:created xsi:type="dcterms:W3CDTF">2016-03-23T02:14:12Z</dcterms:created>
  <dcterms:modified xsi:type="dcterms:W3CDTF">2020-11-30T06:37:50Z</dcterms:modified>
</cp:coreProperties>
</file>